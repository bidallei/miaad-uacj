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54"/>
  </p:notesMasterIdLst>
  <p:sldIdLst>
    <p:sldId id="256" r:id="rId2"/>
    <p:sldId id="285" r:id="rId3"/>
    <p:sldId id="259" r:id="rId4"/>
    <p:sldId id="282" r:id="rId5"/>
    <p:sldId id="319" r:id="rId6"/>
    <p:sldId id="320" r:id="rId7"/>
    <p:sldId id="318" r:id="rId8"/>
    <p:sldId id="321" r:id="rId9"/>
    <p:sldId id="324" r:id="rId10"/>
    <p:sldId id="322" r:id="rId11"/>
    <p:sldId id="323" r:id="rId12"/>
    <p:sldId id="325" r:id="rId13"/>
    <p:sldId id="326" r:id="rId14"/>
    <p:sldId id="335" r:id="rId15"/>
    <p:sldId id="338" r:id="rId16"/>
    <p:sldId id="339" r:id="rId17"/>
    <p:sldId id="333" r:id="rId18"/>
    <p:sldId id="336" r:id="rId19"/>
    <p:sldId id="334" r:id="rId20"/>
    <p:sldId id="337" r:id="rId21"/>
    <p:sldId id="342" r:id="rId22"/>
    <p:sldId id="341" r:id="rId23"/>
    <p:sldId id="340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61" r:id="rId38"/>
    <p:sldId id="362" r:id="rId39"/>
    <p:sldId id="357" r:id="rId40"/>
    <p:sldId id="358" r:id="rId41"/>
    <p:sldId id="359" r:id="rId42"/>
    <p:sldId id="363" r:id="rId43"/>
    <p:sldId id="364" r:id="rId44"/>
    <p:sldId id="360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</p:sldIdLst>
  <p:sldSz cx="12192000" cy="6858000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2645" autoAdjust="0"/>
  </p:normalViewPr>
  <p:slideViewPr>
    <p:cSldViewPr>
      <p:cViewPr varScale="1">
        <p:scale>
          <a:sx n="74" d="100"/>
          <a:sy n="74" d="100"/>
        </p:scale>
        <p:origin x="998" y="34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4" d="100"/>
          <a:sy n="54" d="100"/>
        </p:scale>
        <p:origin x="3293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2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24575,'0'0'0,"-2"2"0,-9 12 0,-13 23-9830,-11 31 8340,-5 35-665,2 36 2155,12 31-879,19 15 879,20 1-2029,25-14 2029,13-30 0,-1-39 8192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14 205 24575,'7'-7'0,"0"1"0,1 0 0,-1 0 0,1 0 0,13-6 0,8-5 0,-10 4 0,20-14 0,83-42 0,-108 62 0,0 2 0,0 0 0,1 0 0,-1 1 0,1 1 0,0 0 0,0 2 0,0-1 0,1 2 0,20 1 0,-29 0 0,11 1 0,0 0 0,0 1 0,23 8 0,-37-10 0,0 1 0,0 0 0,1 0 0,-2 0 0,1 0 0,0 1 0,0 0 0,3 3 0,-5-4 0,-1-1 0,1 1 0,-1 0 0,0-1 0,0 1 0,0 0 0,0 0 0,0 0 0,0 0 0,-1 0 0,1 0 0,0 0 0,-1 0 0,0 0 0,1 0 0,-1 0 0,0 1 0,0 1 0,-1 4 0,-1-1 0,1 0 0,-1 0 0,0 0 0,-1 0 0,0 0 0,0 0 0,-5 7 0,-37 51 0,39-57 0,-35 43 0,-94 90 0,-63 30 0,44-41 0,153-128 0,-1-1 0,1 0 0,0 0 0,-1 1 0,1-1 0,0 1 0,0-1 0,0 1 0,0-1 0,0 1 0,0 0 0,-1 1 0,2-2 0,0-1 0,0 1 0,0-1 0,1 0 0,-1 1 0,0-1 0,0 0 0,0 1 0,0-1 0,0 1 0,0-1 0,1 0 0,-1 1 0,0-1 0,0 0 0,0 1 0,1-1 0,-1 0 0,0 1 0,1-1 0,-1 0 0,0 0 0,0 1 0,1-1 0,-1 0 0,0 0 0,1 0 0,-1 0 0,1 1 0,-1-1 0,0 0 0,1 0 0,0 0 0,6 1 0,1 0 0,-1-1 0,1 1 0,12-3 0,-16 2 0,516-7 0,-506 7 0,1 2 0,0-1 0,0-1 0,0-1 0,0 0 0,20-4 0,-31 4 0,-1 0 0,0 0 0,1-1 0,-1 1 0,0-1 0,0 1 0,0-1 0,0 0 0,0 0 0,0-1 0,0 1 0,-1-1 0,1 1 0,-1-1 0,0 0 0,0 0 0,0 0 0,0 0 0,0 0 0,-1 0 0,1-1 0,-1 1 0,0 0 0,0-1 0,0 1 0,0-1 0,0-5 0,-1 5-170,1 0-1,-1 0 0,0 0 1,0 0-1,0 0 0,0 0 1,-2-4-1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24575,'-4'1'0,"0"1"0,1 0 0,-1-1 0,0 2 0,1-1 0,-1 0 0,1 1 0,0-1 0,0 1 0,-3 3 0,-2 1 0,2-2 0,-1 1 0,1-1 0,0 2 0,0-1 0,1 0 0,0 1 0,0 0 0,-5 11 0,8-13 0,0 0 0,1-1 0,-1 1 0,1 0 0,0 0 0,1 0 0,-1 0 0,1 0 0,0 0 0,0-1 0,1 1 0,-1 0 0,1 0 0,0 0 0,1 0 0,1 5 0,3 5 0,1-1 0,0 1 0,1-1 0,0-1 0,1 1 0,1-1 0,0-1 0,17 17 0,12 6 0,54 38 0,-18-15 0,-73-56 0,0-1 0,0 1 0,0 0 0,0 0 0,0 0 0,0 0 0,0 0 0,-1 1 0,1-1 0,-1 0 0,1 1 0,-1-1 0,0 1 0,0 0 0,0-1 0,0 4 0,-1-4 0,0-1 0,-1 1 0,1-1 0,-1 1 0,1-1 0,-1 1 0,1-1 0,-1 1 0,0-1 0,0 1 0,0-1 0,1 0 0,-1 0 0,-1 1 0,1-1 0,0 0 0,0 0 0,0 0 0,0 0 0,-1 0 0,1 0 0,-1-1 0,1 1 0,0 0 0,-1-1 0,1 1 0,-1-1 0,0 1 0,-1-1 0,-13 5 0,-1-2 0,1 0 0,-1-1 0,1 0 0,-1-1 0,0-1 0,-23-3 0,-120-24 0,139 22 0,-32-7-1365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6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24575,'5'0'0,"-1"-1"0,0 0 0,0 0 0,1 0 0,-1 0 0,8-5 0,10-2 0,26-2 0,97-7 0,-24 4 0,-99 9-109,-4 1-310,1 1 1,34-1-1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0 24575,'-6'1'0,"0"-1"0,1 1 0,-1 1 0,0-1 0,1 1 0,-1 0 0,1 0 0,0 1 0,0-1 0,0 1 0,0 0 0,-7 6 0,-6 6 0,-27 29 0,40-38 0,-15 16 0,1 0 0,1 2 0,1 0 0,1 1 0,1 1 0,1 0 0,-12 35 0,18-40 0,2 0 0,0 0 0,1 1 0,1-1 0,1 1 0,1 0 0,1 0 0,1 0 0,1 0 0,5 32 0,-4-46 0,0 1 0,0-1 0,1 0 0,1 0 0,-1 0 0,1 0 0,1 0 0,-1-1 0,1 1 0,1-1 0,-1-1 0,12 12 0,-8-10 0,1-1 0,0 1 0,1-1 0,-1-1 0,1 0 0,1-1 0,-1 0 0,18 5 0,-13-6 0,-1 0 0,1-1 0,0-1 0,0 0 0,0-1 0,0-1 0,0 0 0,0-1 0,0-1 0,0-1 0,0 0 0,-1-1 0,1-1 0,18-8 0,-29 11 0,0-1 0,0 0 0,0 0 0,-1 0 0,1 0 0,-1-1 0,0 0 0,0 0 0,0 0 0,-1 0 0,1-1 0,-1 0 0,5-8 0,-8 11 0,1-1 0,0 1 0,-1-1 0,1 1 0,-1 0 0,1-1 0,-1 1 0,0-1 0,0 1 0,0-1 0,-1 1 0,1-1 0,-1 1 0,1-1 0,-1 1 0,0 0 0,0-1 0,0 1 0,0 0 0,0 0 0,0 0 0,-1 0 0,1 0 0,-1 0 0,1 0 0,-1 0 0,0 0 0,0 1 0,0-1 0,0 1 0,0-1 0,-4-1 0,-2-1 0,0 0 0,0 0 0,0 1 0,-1 0 0,0 1 0,1 0 0,-1 0 0,0 0 0,0 2 0,0-1 0,0 1 0,0 0 0,0 1 0,0 0 0,-10 2 0,-20 6 0,1 1 0,-42 16 0,45-13 0,-139 51-1365,143-51-5461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8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24575,'24'-2'0,"0"-1"0,0 0 0,39-12 0,22-3 0,-50 12 0,0 3 0,65 1 0,-132 3-1365,16-1-5461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3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24575,'5'-4'0,"0"1"0,0-1 0,0 1 0,0 0 0,0 0 0,1 1 0,-1 0 0,1 0 0,0 0 0,11-2 0,60-5 0,-74 9 0,22-1 0,-1 0 0,0 2 0,26 4 0,-40-4 0,0 1 0,0 1 0,0 0 0,0 0 0,-1 1 0,1 0 0,-1 0 0,0 1 0,16 12 0,-23-15 0,0-1 0,1 1 0,-1 1 0,0-1 0,-1 0 0,1 0 0,0 1 0,-1-1 0,1 1 0,-1-1 0,0 1 0,0 0 0,0-1 0,0 1 0,0 0 0,-1 0 0,1 0 0,-1 3 0,0-1 0,0 0 0,0 0 0,-1 0 0,0 0 0,0 0 0,-1 0 0,1 0 0,-1 0 0,-4 7 0,0-2 0,0 0 0,0-1 0,-1 1 0,0-2 0,-1 1 0,0-1 0,0 0 0,-16 11 0,6-8 0,-1-1 0,0 0 0,0-1 0,-32 9 0,58-19 0,0-1 0,0 2 0,0-1 0,0 1 0,0 0 0,0 0 0,0 1 0,9 2 0,55 17 0,-57-15 0,-1 2 0,0-1 0,0 1 0,0 1 0,-1 1 0,0 0 0,19 18 0,-25-22 0,-1 1 0,1 1 0,-1-1 0,-1 1 0,1-1 0,-1 1 0,0 0 0,-1 1 0,0-1 0,0 1 0,0 0 0,-1-1 0,0 1 0,-1 0 0,1 15 0,-2-20 0,-1 0 0,1 1 0,-1-1 0,0 0 0,0 0 0,0 0 0,-1 0 0,1 0 0,-1 0 0,1 0 0,-1-1 0,0 1 0,0 0 0,-1-1 0,1 0 0,0 1 0,-1-1 0,1 0 0,-1 0 0,0-1 0,0 1 0,1 0 0,-1-1 0,0 0 0,0 1 0,-1-1 0,-3 1 0,-6 1 0,0 1 0,0-1 0,-1-1 0,1-1 0,-19 1 0,6-4 23,0-1 1,-1-1-1,2-1 0,-45-16 0,47 13-270,-2 1 0,1 1 0,-1 1 1,0 1-1,-32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24575,'1'1'0,"-1"1"0,1 0 0,0 0 0,0 0 0,-1 0 0,1 0 0,-1 0 0,1 0 0,-1 0 0,0 0 0,0 0 0,0 0 0,0 2 0,0 6 0,25 503-1365,-25-497-5461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24575,'0'0'0,"3"-2"0,9-2 0,12-5 0,17-9 0,20-8 0,17-4 0,8-1 0,1 3 0,-5 5 0,-5 4 0,-6 2 0,-6 3 0,-11 1 0,-14 3-8191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87 561 24575,'-2'-41'0,"-2"0"0,-16-65 0,8 40 0,1 11 0,3 21 0,2 1 0,1-1 0,2 0 0,1-1 0,4-46 0,-4 154 0,2-20 0,-5 58-107,-1-14-312,4 0-1,16 147 1,-4-181-6407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24575,'-2'0'0,"0"0"0,0 0 0,1 0 0,-1 1 0,0-1 0,1 1 0,-1-1 0,0 1 0,1 0 0,-1 0 0,1-1 0,-1 1 0,1 0 0,-1 0 0,1 0 0,0 1 0,0-1 0,-1 0 0,1 0 0,0 1 0,0-1 0,0 1 0,0-1 0,1 1 0,-1-1 0,-1 4 0,-8 12 0,-63 79-682,-139 144-1,164-192-6143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62 24575,'7'-7'0,"-1"1"0,1 1 0,0-1 0,0 1 0,1 1 0,-1-1 0,1 1 0,0 0 0,0 1 0,0 0 0,1 0 0,-1 1 0,15-2 0,-22 4 0,0 0 0,0 0 0,0 0 0,0 0 0,0 1 0,0-1 0,0 0 0,-1 1 0,1-1 0,0 1 0,0-1 0,0 1 0,-1-1 0,1 1 0,0-1 0,0 1 0,-1 0 0,1-1 0,0 1 0,-1 0 0,1 0 0,-1-1 0,1 1 0,-1 0 0,0 0 0,1 0 0,-1 0 0,0 0 0,1 0 0,-1-1 0,0 1 0,0 0 0,0 0 0,0 0 0,0 0 0,0 0 0,0 0 0,0 0 0,-1 1 0,-6 43 0,7-42 0,-9 28 0,-1 0 0,-1-1 0,-2-1 0,-1 1 0,-1-2 0,-33 46 0,-134 145 0,136-167 0,78-57 0,7-4 0,1 2 0,0 1 0,63-1 0,122 17 0,-223-9 0,0-1 0,0 0 0,0 0 0,0 0 0,0-1 0,0 1 0,1 0 0,-1-1 0,0 0 0,0 1 0,0-1 0,-1 0 0,1 0 0,0 0 0,0 0 0,0 0 0,-1 0 0,1-1 0,2-1 0,-2 0 0,1-1 0,0 1 0,-1-1 0,0 0 0,0 0 0,0 1 0,-1-1 0,1-1 0,0-3 0,2-10 0,-1 0 0,-1 1 0,0-29 0,-2 41 0,1-4-67,0-6-62,0 0-1,-1 0 0,-1 0 0,0 0 0,-1 0 0,-1 0 0,0 0 1,-1 1-1,-8-20 0,-1 11-6696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6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24575,'-1'18'0,"1"-14"0,-1-1 0,1 0 0,0 0 0,0 1 0,0-1 0,1 0 0,-1 0 0,1 1 0,0-1 0,0 0 0,0 0 0,0 0 0,1 0 0,-1 0 0,1 0 0,-1-1 0,4 5 0,18 20 0,1-1 0,2-1 0,0-2 0,36 26 0,-27-23 0,-2 2 0,40 41 0,-69-64 0,1 1 0,-1-1 0,0 1 0,-1-1 0,1 1 0,-1 0 0,0 0 0,0 1 0,-1-1 0,3 12 0,-5-15 0,1 0 0,-1 0 0,0 0 0,0 0 0,-1 0 0,1 0 0,-1 0 0,1 0 0,-1 0 0,0 0 0,0-1 0,0 1 0,0 0 0,-1 0 0,1-1 0,-1 1 0,0-1 0,1 1 0,-1-1 0,0 0 0,-1 1 0,1-1 0,0 0 0,-1 0 0,-4 2 0,-3 2 0,0 0 0,-1-1 0,1-1 0,-1 0 0,0 0 0,-1-1 0,1 0 0,-1-1 0,1 0 0,-1-1 0,0-1 0,-15 0 0,20 0 0,0-1 0,-1 1 0,1-1 0,0-1 0,0 1 0,0-1 0,0-1 0,0 1 0,0-1 0,1-1 0,-1 1 0,1-1 0,0 0 0,0 0 0,0-1 0,0 1 0,1-2 0,0 1 0,0 0 0,-6-10 0,-4-15-1365,3 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24575,'41'-8'0,"-18"2"0,146-33 0,203-38 0,-325 72-1365,-37 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4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24575,'-6'3'0,"-1"1"0,1 0 0,0 1 0,1-1 0,-1 1 0,1 0 0,-6 7 0,-4 4 0,-28 27 0,2 2 0,-61 87 0,81-99 0,1 0 0,2 0 0,1 2 0,2 0 0,-17 57 0,30-85 0,1 0 0,-1 0 0,1 1 0,0-1 0,0 0 0,1 0 0,0 0 0,1 1 0,-1-1 0,2 0 0,-1 0 0,4 11 0,-3-13 0,0-1 0,0 0 0,1 0 0,0 0 0,-1 0 0,1-1 0,1 1 0,-1-1 0,1 0 0,-1 0 0,1 0 0,0 0 0,0 0 0,0-1 0,0 0 0,0 0 0,1 0 0,-1 0 0,10 1 0,5 2 0,1-2 0,0 0 0,-1-2 0,1 0 0,0-1 0,0-1 0,0 0 0,0-2 0,-1-1 0,1 0 0,-1-1 0,0-1 0,0-1 0,-1-1 0,25-13 0,-39 18 0,0 0 0,-1-1 0,1 1 0,-1-1 0,1 1 0,-1-1 0,0 0 0,-1 0 0,1 0 0,-1-1 0,0 1 0,0-1 0,0 1 0,0-1 0,-1 0 0,0 0 0,0 1 0,0-1 0,-1 0 0,1 0 0,-1 0 0,-1 0 0,1 0 0,0 0 0,-1 0 0,-2-5 0,2 6 0,0 0 0,0 0 0,0 0 0,-1 0 0,0 0 0,0 0 0,0 1 0,0-1 0,-1 1 0,1-1 0,-1 1 0,0 0 0,0 0 0,0 0 0,0 1 0,0-1 0,-1 1 0,1-1 0,-1 1 0,0 0 0,1 1 0,-1-1 0,0 1 0,0-1 0,0 1 0,0 0 0,-1 1 0,1-1 0,0 1 0,0 0 0,-5 0 0,-14 2 0,1 2 0,0 1 0,0 0 0,0 1 0,-26 12 0,14-3 0,0 2 0,-44 29 0,67-40-227,1 2-1,0 0 1,1 0-1,0 1 1,-9 11-1,2 2-6598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24575,'204'0'-1365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24575,'5'-4'0,"0"1"0,-1 0 0,1 0 0,1 1 0,-1 0 0,0 0 0,0 0 0,1 0 0,-1 1 0,1 0 0,8-1 0,-1-1 0,23-4 0,42-3 0,-66 10 0,1-1 0,-1 1 0,0 1 0,0 0 0,0 1 0,0 0 0,17 6 0,-27-7 0,1 0 0,-1 0 0,1 0 0,-1 0 0,1 0 0,-1 1 0,0-1 0,0 1 0,1 0 0,-1-1 0,0 1 0,-1 0 0,1 0 0,0 0 0,0 1 0,-1-1 0,0 0 0,1 1 0,-1-1 0,0 0 0,1 6 0,-1-4 0,-1 0 0,1 1 0,-1-1 0,0 1 0,-1-1 0,1 1 0,-1-1 0,0 0 0,0 1 0,0-1 0,-1 0 0,-2 5 0,-4 7 0,-1 0 0,0-1 0,-1 0 0,-1-1 0,-19 21 0,25-30 0,-1 2 0,13-5 0,6 1 0,184 46 0,-166-39 0,1 2 0,-2 1 0,1 2 0,29 19 0,-54-30 0,0 0 0,0 0 0,-1 1 0,1 0 0,-1 0 0,0 0 0,0 1 0,0 0 0,-1 0 0,0 0 0,0 0 0,3 10 0,-6-13 0,0 1 0,0-1 0,0 0 0,-1 1 0,0-1 0,0 0 0,0 1 0,0-1 0,0 1 0,0-1 0,-1 0 0,0 1 0,0-1 0,0 0 0,0 0 0,0 1 0,0-1 0,-1 0 0,0 0 0,0 0 0,0-1 0,0 1 0,0 0 0,0-1 0,0 1 0,-1-1 0,0 0 0,-3 3 0,-5 3 0,0-1 0,0-1 0,-1 1 0,0-2 0,0 0 0,0 0 0,0-1 0,-1-1 0,0 0 0,-19 2 0,-16-1 0,-71-2 0,87-3 0,-10 1-116,-11 0-508,-89-10-1,126 7-6201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24575,'1'1'0,"0"1"0,0 0 0,0 0 0,-1 0 0,1 0 0,-1 0 0,1 0 0,-1 1 0,0-1 0,1 0 0,-1 0 0,0 0 0,-1 3 0,1 4 0,-7 311 131,-2-36-1627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3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24575,'0'0'0,"2"0"0,5 0 0,8 0 0,9 0 0,7 0 0,8 0 0,7-2 0,8-2 0,9-2 0,6-5 0,-4-3 0,-13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5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62 739 24575,'9'-227'0,"-19"-27"0,-1 3 0,12 245 0,1 7 0,5 16 0,6 30 0,1 10 0,62 297 0,-65-287 0,-4 1 0,-2-1 0,-6 93 0,0-159 0,1 0 0,-1 0 0,0 0 0,1 0 0,-1-1 0,0 1 0,0 0 0,0-1 0,1 1 0,-1 0 0,0-1 0,0 1 0,0-1 0,0 0 0,0 1 0,0-1 0,0 0 0,0 1 0,0-1 0,0 0 0,0 0 0,0 0 0,0 0 0,0 0 0,0 0 0,-2 0 0,-43-1 0,28 0 0,-10 1 0,-26-1 0,41 2 0,20 1 0,57 4 0,0-3 0,0-3 0,85-10 0,76-1 0,-221 11 120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6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24575,'6'1'0,"-1"1"0,0 0 0,0 0 0,0 1 0,-1-1 0,1 1 0,0 0 0,-1 1 0,0-1 0,0 1 0,0-1 0,6 9 0,0-2 0,24 24 0,-1 1 0,-2 2 0,-2 1 0,-1 2 0,35 68 0,-47-77 0,-1 1 0,-2 1 0,-1 0 0,-2 1 0,-1 1 0,-2-1 0,-1 1 0,2 48 0,-8-58 11,-1 0 0,-2-1 0,0 1 0,-2-1 0,0 0 0,-2 0-1,0-1 1,-2 1 0,0-2 0,-20 34 0,19-39-117,-1 0 0,-1 0 0,-1-2 0,0 1 0,-1-2 0,-1 1-1,0-2 1,-1 0 0,0-1 0,-1-1 0,0 0 0,-1-2 0,-21 10 0,-15-1-6720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7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24575,'0'0'0,"1"0"0,9 0 0,11-1 0,18-5 0,15-4 0,8-4 0,2-1 0,-7 1 0,-12 4 0,-13 3 0,-12 4-8191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7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24575,'0'0'0,"2"0"0,5-2 0,13-2 0,19-2 0,27-2 0,23 1 0,19-1 0,5 1 0,-8 2 0,-23 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0:5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0 24575,'-69'75'0,"3"3"0,4 2 0,3 3 0,4 2 0,-46 98 0,75-134 0,3 2 0,2 0 0,2 2 0,2 0 0,3 1 0,-11 73 0,23-102 0,1 0 0,1 0 0,0 0 0,2 1 0,2-1 0,11 46 0,-9-52 0,0-1 0,2 0 0,0 0 0,1-1 0,1 0 0,1 0 0,0-1 0,1-1 0,26 27 0,-21-26-170,1 0-1,1-2 0,0 0 1,1-1-1,1-1 0,0-1 1,44 16-1,-15-11-6655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258 193 24575,'33'-32'0,"1"0"0,2 3 0,1 1 0,65-38 0,-101 65 0,0 1 0,0-1 0,-1 1 0,1-1 0,0 1 0,0-1 0,0 1 0,0 0 0,-1-1 0,1 1 0,0 0 0,0 0 0,0 0 0,0 0 0,0 0 0,0 0 0,0 0 0,0 0 0,0 0 0,0 0 0,-1 0 0,1 0 0,0 1 0,0-1 0,0 0 0,0 1 0,1 0 0,-2 0 0,1 0 0,0 0 0,-1 0 0,1 1 0,0-1 0,-1 0 0,0 1 0,1-1 0,-1 0 0,0 1 0,0-1 0,1 0 0,-1 1 0,0-1 0,0 0 0,-1 2 0,0 10 0,-2 0 0,-7 24 0,10-36 0,-20 57 0,-2-1 0,-3 0 0,-2-2 0,-2-1 0,-3-2 0,-3-1 0,-1-1 0,-2-2 0,-62 59 0,81-89 0,-2 0 0,1-2 0,-2 0 0,-38 21 0,49-34 0,13-7 0,15-13 0,0 6 0,0 1 0,1 1 0,0 1 0,0 0 0,1 1 0,0 1 0,0 1 0,0 0 0,1 2 0,21-2 0,-12 3 0,1 2 0,-1 1 0,0 1 0,1 2 0,-1 1 0,34 10 0,-54-12 0,-1-1 0,0 0 0,1-1 0,-1 0 0,1 0 0,-1-1 0,1 0 0,0-1 0,13-2 0,-19 2 0,0 0 0,0 0 0,0 0 0,0 0 0,0 0 0,0-1 0,-1 0 0,1 1 0,-1-1 0,1 0 0,-1 0 0,0 0 0,1-1 0,-1 1 0,0 0 0,-1-1 0,1 0 0,0 1 0,-1-1 0,1 0 0,-1 0 0,0 0 0,0 0 0,0 0 0,0 0 0,-1 0 0,1 0 0,-1-6 0,-1-67-1365,0 62-5461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24575,'-4'1'0,"-1"-1"0,1 1 0,0 0 0,0 1 0,0-1 0,0 1 0,1 0 0,-1 0 0,0 0 0,1 0 0,-1 0 0,1 1 0,0 0 0,-1 0 0,2 0 0,-7 6 0,8-7 0,-1 0 0,0 0 0,1 0 0,0 0 0,-1 0 0,1 0 0,0 1 0,0-1 0,0 0 0,0 0 0,0 1 0,1-1 0,-1 1 0,1-1 0,0 1 0,-1-1 0,1 1 0,0-1 0,1 1 0,-1-1 0,0 1 0,1-1 0,-1 0 0,1 1 0,0-1 0,0 0 0,0 1 0,0-1 0,2 4 0,4 1 0,0 0 0,0 0 0,1-1 0,0 0 0,0-1 0,0 1 0,13 5 0,72 28 0,-54-24 0,-20-7 0,15 5 0,-1 2 0,58 35 0,-83-46 0,-1 1 0,0 0 0,0 1 0,-1 0 0,0 0 0,0 0 0,0 1 0,0 0 0,-1 0 0,-1 0 0,1 0 0,-1 1 0,0 0 0,-1 0 0,0 0 0,0 1 0,2 12 0,-4-17 0,-1 1 0,0 0 0,0-1 0,0 1 0,-1-1 0,1 1 0,-1 0 0,0-1 0,-1 1 0,1-1 0,-1 0 0,0 0 0,0 1 0,0-1 0,0 0 0,-1-1 0,0 1 0,1 0 0,-2-1 0,1 1 0,0-1 0,-1 0 0,1 0 0,-1 0 0,0-1 0,0 1 0,0-1 0,-8 3 0,-10 4 0,0 0 0,-1-2 0,0-1 0,-30 4 0,39-7 0,-23 5 0,0-2 0,-1-2 0,-59 0 0,96-4 2,-1 0-1,1 0 1,-1 0-1,0-1 0,1 1 1,-1-1-1,1 1 1,-1-1-1,0 1 1,1-1-1,0 0 1,-1 0-1,1 0 0,0 0 1,-1 0-1,1 0 1,0 0-1,0 0 1,0-1-1,0 1 1,0 0-1,0-1 0,0 1 1,0-1-1,-1-2 1,0-3-38,0 0 0,0-1 0,1 1-1,-1-13 1,-1-6-1186,-2 7-5604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5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24575,'8'0'0,"0"-2"0,-1 1 0,1-1 0,13-5 0,11-2 0,-17 6 0,69-17 0,1 5 0,157-9 0,-241 24-70,-12 1 245,-18 0-1645,10-1-5356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7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12 24575,'82'-11'0,"-95"34"0,-44 68 0,3 2 0,-47 117 0,97-203 0,-9 28 0,13-34 0,0 0 0,0 0 0,0 0 0,0-1 0,0 1 0,0 0 0,0 0 0,0 0 0,0-1 0,1 1 0,-1 0 0,0 0 0,0 0 0,1-1 0,-1 1 0,1 0 0,-1-1 0,0 1 0,1 0 0,-1-1 0,1 1 0,0 0 0,-1-1 0,1 1 0,0-1 0,-1 1 0,1-1 0,0 1 0,-1-1 0,1 0 0,0 1 0,0-1 0,-1 0 0,1 0 0,0 1 0,0-1 0,0 0 0,1 0 0,8 1 0,1-1 0,-1 0 0,1 0 0,-1-1 0,0 0 0,12-3 0,65-21 0,-40 11 0,-21 6 0,-17 5 0,1 0 0,0 0 0,0 1 0,0 0 0,0 0 0,0 1 0,19 1 0,-26 0-105,0 1 0,0 0 0,0 0 0,-1 0 0,1 1 0,0-1 0,-1 0 0,1 1 0,-1 0 0,0 0 0,0-1 0,4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7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1 24575,'-1'10'0,"-1"0"0,0-1 0,0 1 0,-1 0 0,0-1 0,-7 16 0,-3 8 0,-59 164 0,-180 347 0,240-523 0,8-15 0,0 0 0,1 0 0,0 0 0,0 0 0,1 1 0,-3 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24575,'0'0'0,"0"3"0,-3 7 0,-7 11 0,-8 13 0,-8 11 0,-7 8 0,-3 4 0,2-3 0,6-10-8191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0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24575,'9'-7'0,"0"-1"0,0 2 0,1-1 0,0 1 0,1 1 0,-1 0 0,1 0 0,13-3 0,6-4 0,-1-1 0,0 1 0,1 2 0,58-12 0,-86 21 0,0 1 0,1-1 0,-1 1 0,1 0 0,-1 0 0,1 0 0,-1 0 0,0 0 0,1 1 0,-1-1 0,1 1 0,-1-1 0,0 1 0,0 0 0,1 0 0,-1 0 0,0 0 0,3 2 0,-4-1 0,1 0 0,-1-1 0,0 1 0,0 0 0,0 0 0,0 0 0,0 0 0,0 0 0,0 0 0,0 0 0,-1 0 0,1 0 0,-1 0 0,0 0 0,0 0 0,0 4 0,-1 8 0,-1 0 0,0-1 0,-1 1 0,-1-1 0,-5 15 0,8-26 0,-23 62 0,-4-2 0,-2 0 0,-2-2 0,-4-1 0,-2-2 0,-53 62 0,105-120 0,1 0 0,22 2 0,-21 2 0,0 1 0,0 0 0,0 1 0,27 13 0,-25-10 0,1-1 0,29 8 0,-42-14 0,1 0 0,0 0 0,0 0 0,0-1 0,0 0 0,0-1 0,0 1 0,-1-1 0,1-1 0,0 1 0,8-4 0,-12 3 0,1 0 0,-1 0 0,0 0 0,1 0 0,-1-1 0,0 1 0,0-1 0,-1 0 0,1 0 0,0 0 0,-1 0 0,0-1 0,0 1 0,0-1 0,0 1 0,2-8 0,2-8 0,0 1 0,4-24 0,-5 17 0,-3 17 0,2-7 0,0 0 0,-1-1 0,-1 1 0,0-1 0,-1 0 0,-1-20 0,-4 25-1365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 24575,'-2'13'0,"0"0"0,-1 0 0,-1 0 0,0 0 0,0-1 0,-2 1 0,-11 20 0,-2 7 0,15-30 0,0-2 0,1-1 0,0 1 0,1 0 0,-2 8 0,3-14 0,1 0 0,0 0 0,0 0 0,0 0 0,0 0 0,0 0 0,0 0 0,0 0 0,1 0 0,-1 0 0,1 0 0,0 0 0,-1 0 0,1-1 0,0 1 0,0 0 0,0 0 0,0-1 0,0 1 0,1 0 0,1 1 0,13 8 0,0 0 0,0-1 0,1-1 0,0-1 0,0 0 0,29 8 0,4 3 0,-31-12 0,-3-1 0,0 1 0,0 1 0,-1 0 0,1 0 0,17 15 0,-30-20 0,1 0 0,-1 0 0,-1 0 0,1 0 0,0 1 0,-1-1 0,0 1 0,1-1 0,-1 1 0,-1 0 0,1 0 0,-1 0 0,1 0 0,-1 0 0,0 0 0,0 0 0,-1 1 0,0-1 0,1 0 0,-1 0 0,0 0 0,-1 1 0,1-1 0,-1 0 0,0 0 0,0 0 0,-2 5 0,-3 7 0,-1 0 0,0 0 0,-1-1 0,-1 0 0,0-1 0,-1 0 0,-15 16 0,17-20 0,-1-1 0,0 0 0,0-1 0,-1 0 0,0-1 0,-1 0 0,0 0 0,0-1 0,0-1 0,-21 8 0,25-11 7,-1-1-1,0 0 0,1 0 0,-1-1 1,0 0-1,1 0 0,-1 0 1,1-1-1,-1-1 0,1 1 1,-1-1-1,1-1 0,0 1 0,-1-1 1,1 0-1,1-1 0,-1 0 1,-6-4-1,-6-6-303,2 0 0,0-1 0,1-1 0,-26-32 0,10 8-6529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24575,'0'0'0,"2"0"0,3 0 0,11-1 0,21-3 0,26-3 0,23-1 0,9-1 0,0-1 0,-10 0 0,-17 1 0,-20 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3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16 24575,'22'-16'0,"-16"18"0,-11 12 0,-10 11 0,0-1 0,-2-1 0,-30 33 0,-66 55 0,66-67 0,46-43 0,1-1 0,-1 1 0,0-1 0,0 1 0,1-1 0,-1 1 0,1 0 0,-1-1 0,1 1 0,-1 0 0,1 0 0,-1-1 0,1 1 0,-1 0 0,1 0 0,0 0 0,0 0 0,-1-1 0,1 1 0,0 0 0,0 0 0,0 0 0,0 1 0,0-1 0,1-1 0,-1 1 0,1-1 0,0 1 0,-1-1 0,1 1 0,0-1 0,-1 1 0,1-1 0,0 0 0,0 1 0,-1-1 0,1 0 0,0 0 0,0 1 0,-1-1 0,1 0 0,0 0 0,0 0 0,1 0 0,57-4 0,-44 2 0,59-5 0,-7-1 0,0 4 0,75 4 0,-139-1-20,0 0-1,1 1 0,-1-1 1,0 0-1,0-1 0,0 1 1,0 0-1,0-1 0,3-2 1,4-2-1139,13-5-5667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24575,'-2'51'0,"-2"0"0,-2-1 0,-3 0 0,-2-1 0,-22 66 0,-111 226 0,131-313 0,4-7 0,-1-1 0,-1 0 0,0-1 0,-16 19 0,27-37-1,0-1-1,0 0 1,0 0 0,0 0-1,-1 1 1,1-1 0,0 0-1,0 0 1,0 0-1,0 1 1,0-1 0,-1 0-1,1 0 1,0 0-1,0 0 1,0 0 0,-1 0-1,1 0 1,0 1-1,0-1 1,0 0 0,-1 0-1,1 0 1,0 0 0,0 0-1,-1 0 1,1 0-1,0 0 1,0 0 0,0 0-1,-1 0 1,1 0-1,0 0 1,0 0 0,-1 0-1,1-1 1,0 1-1,0 0 1,0 0 0,-1 0-1,1 0 1,0 0 0,0-1-1,-5-12 139,2-19-1240,3 30 765,-1-25-6488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1:1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24575,'4'1'0,"0"1"0,0 0 0,-1-1 0,1 1 0,0 1 0,-1-1 0,0 0 0,1 1 0,-1 0 0,0 0 0,-1 0 0,1 0 0,4 6 0,0 0 0,13 14 0,-1 2 0,-2 0 0,0 1 0,-2 1 0,-1 1 0,-1 0 0,-2 0 0,0 1 0,-2 1 0,-1 0 0,6 52 0,-7-21 0,-3 0 0,-2 1 0,-4-1 0,-17 117 0,1-76 0,-4-1 0,-5-1 0,-4-2 0,-5-1 0,-52 101 0,73-169 20,-1 0 0,-2-1 0,-1-1 0,-1-1 0,-41 42 0,52-59-103,-1-1 1,0 1-1,0-2 1,-1 1-1,0-2 1,0 1-1,-1-1 1,0-1-1,0 0 1,0-1-1,-1 0 1,1-1-1,-1 0 1,0-1-1,0-1 1,0 0-1,-17-1 1,13-2-6744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5:5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59 24575,'-1'-2'0,"1"0"0,-1 0 0,0-1 0,0 1 0,0 0 0,0 0 0,0 0 0,0 0 0,-1 0 0,1 1 0,-1-1 0,1 0 0,-1 0 0,0 1 0,0-1 0,0 1 0,1 0 0,-1 0 0,-3-2 0,-1-1 0,-1 1 0,1 0 0,-1 0 0,1 0 0,-8-1 0,11 3 0,0 1 0,0 0 0,0-1 0,0 1 0,0 0 0,0 0 0,0 1 0,0-1 0,0 1 0,0-1 0,0 1 0,1 0 0,-1 0 0,0 0 0,0 0 0,1 1 0,-1-1 0,1 1 0,-1 0 0,-3 2 0,-1 4 0,0 0 0,0 0 0,0 1 0,-9 17 0,-11 22 0,2 2 0,3 0 0,-31 101 0,-23 171 0,15 70 0,52-294 0,5-1 0,9 104 0,-2-165-273,2-1 0,1 1 0,2-1 0,13 38 0,6-9-6553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0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132 309 24575,'25'-19'0,"1"0"0,1 1 0,54-26 0,-43 25 0,-37 18 0,208-104 0,-163 84 0,1 3 0,79-21 0,-118 37 0,0 1 0,-1 0 0,1 0 0,0 0 0,0 1 0,0 0 0,-1 1 0,15 2 0,-19-2 0,1 0 0,-1 0 0,0 0 0,0 1 0,0-1 0,0 1 0,0 0 0,0 0 0,-1 0 0,1 0 0,-1 0 0,1 1 0,-1-1 0,0 1 0,0-1 0,0 1 0,0 0 0,0 0 0,-1 0 0,1 0 0,-1 0 0,1 4 0,1 3 0,-2 0 0,1 0 0,-1 0 0,-1 0 0,0 0 0,0 0 0,-1 0 0,0 0 0,-1 0 0,0-1 0,0 1 0,-1 0 0,-7 14 0,-3 6 0,-2-1 0,-32 50 0,42-72 0,-69 97 0,65-94 0,0 1 0,-1-1 0,0-1 0,0 0 0,-1 0 0,0-1 0,-14 8 0,104 16 0,-33-14 0,72 40 0,-106-52 0,-1 1 0,0 1 0,0-1 0,-1 2 0,0 0 0,-1 0 0,0 0 0,0 1 0,-1 1 0,0-1 0,10 20 0,-16-25 0,0 0 0,0 1 0,0-1 0,-1 1 0,0-1 0,0 1 0,-1-1 0,1 1 0,-1-1 0,-1 1 0,1-1 0,-1 1 0,0-1 0,0 1 0,0-1 0,-1 1 0,0-1 0,0 0 0,0 0 0,0 0 0,-1 0 0,0 0 0,0-1 0,-1 1 0,-6 7 0,-3 1 0,0 0 0,-1-1 0,-1-1 0,0 0 0,0-1 0,-27 13 0,-7 0 0,0-3 0,-1-2 0,-2-2 0,1-2 0,-2-2 0,1-3 0,-1-2 0,-1-2 0,1-3 0,-61-5 0,94 1-170,-1 0-1,0-2 0,1-1 1,-1-1-1,1 0 0,1-1 1,-24-13-1,7-1-6655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1 24575,'-8'1'0,"1"0"0,0 0 0,0 1 0,0-1 0,0 2 0,0-1 0,0 1 0,0 0 0,1 1 0,0-1 0,-1 1 0,1 1 0,-10 9 0,-8 8 0,-37 46 0,47-52 0,-266 378 134,66-83-1633,199-292-5327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24575,'3'1'0,"0"0"0,-1 0 0,1 0 0,0 0 0,-1 1 0,1-1 0,-1 1 0,0-1 0,1 1 0,-1 0 0,0 0 0,2 3 0,4 1 0,46 44 0,49 59 0,-29-29 0,-43-48-100,148 143 333,-153-154-483,0 0 0,2-2 1,0 0-1,1-2 1,42 18-1,-36-22-6576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24575,'8'-7'0,"-1"1"0,1 1 0,0-1 0,1 1 0,-1 1 0,1-1 0,0 2 0,14-5 0,2 0 0,50-6 0,-61 12 0,1-1 0,-1 1 0,1 1 0,16 1 0,-28 0 0,0 0 0,1 0 0,-1 1 0,1 0 0,-1-1 0,0 1 0,0 0 0,1 1 0,-1-1 0,0 1 0,0-1 0,0 1 0,-1 0 0,1 0 0,0 0 0,-1 0 0,1 1 0,3 4 0,1 4 0,-1 1 0,-1 0 0,0 0 0,0 0 0,-1 0 0,-1 1 0,0 0 0,-1 0 0,0 0 0,-1 0 0,0 0 0,-1 0 0,-1 0 0,0 0 0,0 0 0,-2 0 0,-4 17 0,6-27 0,0-1 0,0 1 0,0-1 0,0 0 0,0 0 0,0 0 0,0 1 0,-1-1 0,1 0 0,-1 0 0,0-1 0,0 1 0,-3 3 0,3-4 0,-1 0 0,1 1 0,0-1 0,0 1 0,0 0 0,0 0 0,0 0 0,0 0 0,0 0 0,0 0 0,1 0 0,-3 4 0,16-1 0,0 1 0,-1 0 0,0 1 0,0 0 0,17 16 0,-11-11 0,317 269 0,-331-278 0,0 0 0,0 0 0,0 0 0,-1 0 0,0 1 0,1 0 0,-1-1 0,0 1 0,-1 0 0,1 0 0,-1 0 0,1 0 0,-1 0 0,0 0 0,-1 0 0,1 8 0,-1-6 0,-1 0 0,0 0 0,0 0 0,0-1 0,-1 1 0,0-1 0,0 1 0,0-1 0,-1 1 0,-6 8 0,0 0 0,-2-1 0,0 0 0,0-1 0,-1-1 0,-1 0 0,0 0 0,-23 14 0,0-6 0,0 0 0,-1-3 0,-1-1 0,-1-2 0,-49 11 0,75-22-97,-1 0-1,0 0 1,0-1-1,1-1 1,-1-1-1,0 0 1,0-1-1,1 0 1,-1-1-1,1 0 1,-1-1-1,1-1 0,-20-10 1,0-1-6729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683 0 24575,'-3'1'0,"0"-1"0,0 1 0,0 0 0,0-1 0,0 1 0,0 1 0,1-1 0,-1 0 0,0 1 0,1-1 0,-1 1 0,1 0 0,-3 2 0,-33 34 0,23-22 0,-51 53 0,-68 96 0,-44 87 0,8-11 0,161-229 0,6-6 0,-1-1 0,0 0 0,0 0 0,0-1 0,-8 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5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24575,'15'29'0,"5"10"0,2 0 0,29 37 0,44 45-341,5-3 0,5-6-1,215 180 1,-269-253-6485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7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292 200 24575,'-1'-4'0,"-1"1"0,1 0 0,-1 0 0,0 0 0,0 0 0,0 0 0,0 0 0,-1 0 0,1 1 0,-1-1 0,1 1 0,-4-2 0,-10-12 0,15 15 0,0-1 0,0 1 0,0 0 0,1-1 0,-1 1 0,0-1 0,1 1 0,-1-1 0,1 1 0,-1-1 0,1 1 0,0-1 0,-1 0 0,1 1 0,0-1 0,0 1 0,0-1 0,0 0 0,1 1 0,-1-1 0,0 1 0,2-3 0,-1 1 0,1 0 0,-1 0 0,1 0 0,0 0 0,0 0 0,1 0 0,-1 1 0,0-1 0,1 1 0,3-3 0,4-2 0,1 0 0,0 1 0,0 0 0,21-8 0,-3 5 0,0 1 0,0 2 0,0 1 0,1 2 0,0 0 0,-1 2 0,56 5 0,-79-3 0,0 0 0,1 0 0,-1 0 0,0 1 0,0-1 0,0 2 0,0-1 0,-1 1 0,1-1 0,-1 2 0,8 4 0,-10-5 0,-1-1 0,0 0 0,0 1 0,0-1 0,0 1 0,0 0 0,-1 0 0,1-1 0,-1 1 0,0 0 0,0 0 0,0 0 0,0 1 0,0-1 0,-1 0 0,0 0 0,1 0 0,-1 0 0,0 1 0,0-1 0,-1 0 0,1 0 0,-1 0 0,-1 4 0,-3 11 0,-1 0 0,0-1 0,-1 0 0,-2-1 0,1 1 0,-2-1 0,-19 24 0,7-12 0,-2-2 0,-1 0 0,-28 22 0,44-40 0,-41 30 0,47-35 0,0-1 0,0 0 0,-1-1 0,1 1 0,-1 0 0,1-1 0,-1 0 0,0 0 0,0 0 0,1 0 0,-1-1 0,-7 1 0,48-7 0,158 11 0,-168-3 0,0 2 0,0 1 0,0 1 0,0 2 0,28 11 0,-50-16 0,1 0 0,-1 0 0,0 0 0,0 1 0,0 0 0,-1 0 0,1 1 0,-1-1 0,0 1 0,0 0 0,0 0 0,-1 0 0,0 1 0,0-1 0,0 1 0,-1-1 0,0 1 0,0 0 0,0 0 0,-1 0 0,2 12 0,-1 10 0,0 0 0,-2 0 0,-4 43 0,2-57 0,2-6 0,-2 1 0,0-1 0,0 0 0,0 0 0,-1 0 0,0 0 0,-1 0 0,1 0 0,-2-1 0,1 0 0,-1 0 0,0 0 0,0 0 0,-1-1 0,0 0 0,0 0 0,-1 0 0,1-1 0,-1 0 0,0 0 0,-1-1 0,1 0 0,-12 4 0,-4 2 0,-1-2 0,0-1 0,0-1 0,0-1 0,-1-1 0,-45 2 0,20-6 30,0-1 0,1-3 0,-75-15 0,37-2-773,-89-33 1,136 40-6084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24575,'19'0'0,"-1"1"0,0 1 0,0 1 0,0 1 0,0 0 0,0 1 0,-1 1 0,0 0 0,22 12 0,-19-6 0,-1 0 0,0 1 0,-1 1 0,0 1 0,-1 1 0,26 30 0,-17-11 0,-1 1 0,-1 1 0,-3 1 0,-1 1 0,-1 1 0,-3 1 0,17 59 0,-15-29 0,-2 1 0,-4 1 0,6 144 0,-18-158 0,-2 0 0,-3-1 0,-3 1 0,-2-1 0,-24 80 0,26-114 20,0-1 0,-1 0 0,-2-1 0,0 0 0,-22 30 0,27-43-119,-1-1 0,0 0 0,0 0 0,-1-1 0,0 0 0,0-1 0,0 1 0,-1-2 0,0 1 0,0-1 0,-1-1 0,1 1 0,-1-1 0,-20 4 0,-27-1-6727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0 24575,'0'3'0,"-1"-1"0,1 0 0,-1 0 0,0 0 0,0 1 0,1-1 0,-2 0 0,1 0 0,0 0 0,0-1 0,-2 3 0,-6 10 0,-272 470 0,107-189 0,171-289-1365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0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24575,'1'1'0,"1"-1"0,0 0 0,-1 1 0,1 0 0,-1-1 0,1 1 0,-1 0 0,1 0 0,-1-1 0,0 1 0,1 0 0,-1 1 0,0-1 0,0 0 0,0 0 0,0 0 0,1 2 0,20 29 0,-15-20 0,86 133-91,63 90 300,-124-193-580,1-2 0,2-2 1,56 49-1,-56-59-6455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24575,'0'3'0,"-1"1"0,0 0 0,1-1 0,-1 1 0,0 0 0,-1-1 0,-2 6 0,-4 13 0,-37 123 0,6 2 0,-31 241 0,62-312 0,3-1 0,4 1 0,3-1 0,3 1 0,4-1 0,3 0 0,26 89 0,-30-137 20,1-1 0,1-1 0,1 0 0,2 0 0,19 30 0,-24-45-126,-1 0 0,2 0 0,-1-1 0,1 0 0,1-1 0,-1 1-1,1-2 1,1 0 0,-1 0 0,2 0 0,-1-2 0,0 1 0,19 5 0,26 2-6720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56 24575,'5'-6'0,"0"1"0,1 0 0,0 0 0,0 0 0,0 1 0,0 0 0,1 0 0,0 1 0,0 0 0,0 0 0,10-3 0,-14 5 0,-1 1 0,1-1 0,0 1 0,0-1 0,-1 1 0,1 0 0,0 0 0,0 1 0,-1-1 0,1 0 0,0 1 0,-1 0 0,1-1 0,0 1 0,-1 0 0,1 0 0,-1 1 0,1-1 0,-1 0 0,0 1 0,0 0 0,1-1 0,-1 1 0,0 0 0,0 0 0,-1 0 0,1 0 0,0 1 0,-1-1 0,1 0 0,-1 1 0,0-1 0,2 5 0,1 7 0,1 0 0,-2 0 0,0 0 0,0 1 0,-2 0 0,0-1 0,0 1 0,-2 0 0,1-1 0,-2 1 0,0 0 0,-6 21 0,0-9 0,-1 0 0,-1-1 0,-1 0 0,-1-1 0,-27 40 0,2-15 0,-2-2 0,-2-2 0,-3-1 0,-1-2 0,-62 45 0,100-79 0,14-4 0,21-3 0,-25-2 0,145-3 0,-66 0 0,0 3 0,0 3 0,103 19 0,-53 8 0,-132-30 0,1 0 0,-1 0 0,1 0 0,-1 0 0,1 0 0,-1 0 0,1-1 0,-1 1 0,0 0 0,1 0 0,-1 0 0,1-1 0,-1 1 0,0 0 0,1 0 0,-1-1 0,0 1 0,1 0 0,-1-1 0,0 1 0,1 0 0,-1-1 0,0 1 0,0 0 0,0-1 0,1 1 0,-1-1 0,0 1 0,0 0 0,0-1 0,0 1 0,0-1 0,0 1 0,0-1 0,0 1 0,0-1 0,0 1 0,0 0 0,0-1 0,0 1 0,0-1 0,0 1 0,0-1 0,0 0 0,-4-31 0,2 19 0,-2-163-673,4 157-19,0-9-6134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3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24575,'-21'22'0,"13"-15"0,1 1 0,-1 1 0,2-1 0,-1 1 0,-5 11 0,10-18 0,1 1 0,0 0 0,0 0 0,0 1 0,0-1 0,0 0 0,1 0 0,0 0 0,-1 0 0,1 1 0,0-1 0,1 0 0,-1 0 0,0 0 0,1 0 0,0 1 0,0-1 0,0 0 0,0 0 0,0 0 0,1-1 0,1 5 0,15 17 0,1-1 0,1 0 0,0-1 0,2-2 0,35 27 0,-28-23 0,36 31 0,170 157 0,-231-207 0,1-1 0,-2 1 0,1 0 0,0 0 0,-1 0 0,0 1 0,0-1 0,0 1 0,-1 0 0,3 8 0,-5-12 0,0 0 0,0 0 0,0 1 0,0-1 0,0 0 0,0 1 0,-1-1 0,1 0 0,-1 0 0,1 1 0,-1-1 0,0 0 0,0 0 0,0 0 0,0 0 0,0 0 0,0 0 0,-1 0 0,1 0 0,-1-1 0,1 1 0,-1 0 0,0-1 0,0 1 0,0-1 0,1 0 0,-1 0 0,0 0 0,-1 1 0,-1-1 0,-2 2 0,0-1 0,1 0 0,-1-1 0,0 1 0,-1-1 0,1 0 0,0-1 0,0 0 0,0 0 0,0 0 0,0 0 0,-1-1 0,1 0 0,0-1 0,-11-3 0,-7-4 0,0-1 0,-33-19 0,39 20 0,-44-25-682,-107-77-1,150 96-6143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24575,'4'-1'0,"0"1"0,-1-1 0,1 0 0,0 0 0,-1 0 0,7-4 0,12-2 0,58-9 0,1 3 0,119-2 0,-187 15 120,-10 0-321,-8 1-1083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24575,'-3'40'0,"-1"0"0,-2 0 0,-17 56 0,11-46 0,-30 113 0,-10 37 0,51-197 0,1 0 0,-1 0 0,0 0 0,1 0 0,-1 1 0,1-1 0,0 0 0,0 0 0,0 0 0,1 1 0,-1-1 0,1 0 0,0 0 0,-1 0 0,1 0 0,2 4 0,-2-6 0,0 0 0,0 0 0,0-1 0,0 1 0,0 0 0,0 0 0,0 0 0,1-1 0,-1 1 0,0 0 0,0-1 0,1 1 0,-1-1 0,0 0 0,3 1 0,33-2 0,1-7 0,1-2 0,62-25 0,73-42 0,-134 58 0,35-17 0,-20 9 0,83-28 0,-129 53 120,-18 8-1605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7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 24575,'0'3'0,"-1"1"0,1-1 0,-1 0 0,0 1 0,0-1 0,0 0 0,-1 0 0,1 0 0,-1 0 0,-2 4 0,-7 14 0,-243 620 0,53-123 0,148-401-1365,39-93-5461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0 24575,'-140'141'0,"6"7"0,7 4 0,-188 297 0,234-321 0,69-116-1365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24575,'13'1'0,"1"0"0,0 1 0,-1 1 0,1 0 0,-1 1 0,21 8 0,73 41 0,-72-33 0,-1 2 0,-1 1 0,0 2 0,-2 1 0,-1 2 0,-2 0 0,0 2 0,-2 1 0,-1 2 0,-2 0 0,-1 1 0,19 41 0,-32-56 30,0-1 0,2-1 0,14 20 0,-20-31-165,1 0 0,0 0 0,0-1 0,0 1 0,1-1 0,-1-1 0,1 1 0,0-1 0,1 0 0,11 4 0,24 5-6691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19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51 24575,'4'0'0,"-1"-1"0,1 0 0,0 0 0,0-1 0,0 1 0,-1-1 0,1 0 0,4-3 0,16-7 0,8 5 0,0 1 0,0 1 0,1 2 0,-1 1 0,1 1 0,50 6 0,-81-5 0,0 0 0,-1 0 0,1 0 0,0 1 0,0-1 0,0 0 0,-1 1 0,1 0 0,0-1 0,-1 1 0,1 0 0,0 0 0,-1-1 0,1 1 0,-1 1 0,1-1 0,-1 0 0,0 0 0,0 0 0,1 1 0,-1-1 0,0 1 0,0-1 0,0 1 0,0-1 0,0 1 0,-1 0 0,1-1 0,0 1 0,-1 0 0,0-1 0,1 1 0,-1 0 0,0 0 0,0 0 0,1-1 0,-2 1 0,1 3 0,-2 6 0,0 0 0,0 0 0,-1 0 0,-1 0 0,-5 13 0,-17 31 0,-1-2 0,-67 98 0,-90 88 0,149-200 0,24-28 0,0 1 0,-14 20 0,26-31 0,-1 0 0,1 0 0,0 0 0,0 0 0,0 0 0,0 0 0,-1 0 0,1 0 0,0-1 0,1 1 0,-1 0 0,0-1 0,0 1 0,0-1 0,0 0 0,0 1 0,0-1 0,1 0 0,-1 1 0,1-1 0,1 1 0,234 69 0,-198-62 0,1-1 0,0-2 0,0-1 0,46-3 0,-86-1 0,1 0 0,-1 0 0,0 0 0,1 0 0,-1 0 0,0 0 0,1-1 0,-1 1 0,0 0 0,1 0 0,-1 0 0,0-1 0,0 1 0,1 0 0,-1 0 0,0-1 0,0 1 0,0 0 0,1 0 0,-1-1 0,0 1 0,0 0 0,0-1 0,0 1 0,1 0 0,-1-1 0,0 1 0,0 0 0,0-1 0,0 1 0,0 0 0,0-1 0,0 1 0,0 0 0,0-1 0,0 1 0,0 0 0,0-1 0,0 1 0,-1 0 0,1-1 0,0 1 0,0-1 0,-8-21 0,4 12 0,-3-18-195,2 0 0,1 0 0,1 0 0,2 0 0,1 0 0,6-55 0,-4 56-6631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20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1 24575,'-9'8'0,"1"1"0,0 0 0,0 1 0,1 0 0,0 0 0,1 1 0,0 0 0,-6 16 0,9-18 0,1-1 0,0 1 0,1 0 0,0 0 0,0 0 0,0 0 0,2 0 0,-1 0 0,1 0 0,0-1 0,1 1 0,3 12 0,5 9 0,1 0 0,1-1 0,29 49 0,61 76 0,5 7 0,-107-160 0,6 9 0,0 0 0,-1 1 0,8 21 0,-13-29 0,1-1 0,0 1 0,-1 0 0,1 0 0,-1 0 0,0 0 0,0 0 0,0 0 0,0 0 0,-1 0 0,1 0 0,-1 0 0,0 0 0,0 0 0,0-1 0,0 1 0,0 0 0,-1-1 0,1 1 0,-4 3 0,-2 2 0,-1 0 0,-1-1 0,1 0 0,-1-1 0,0 0 0,-1 0 0,1-1 0,-1 0 0,0-1 0,0 0 0,-12 3 0,-8 1 0,-1-1 0,-50 5 0,46-8 24,-1-3 0,0 0 0,0-3 0,-60-9 0,81 9-123,1-2 0,0 1 0,0-2 0,0 0 0,1 0 0,0-1 0,0-1 0,0 0 0,1-1 0,0-1 0,0 0 0,1 0 0,0-1 0,-12-14 0,2-6-6727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2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24575,'0'0'0,"5"0"0,15 0 0,22-2 0,21-4 0,14-1 0,-2 1 0,-11 2 0,-16 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2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 24575,'-138'131'0,"126"-118"0,-246 270 0,256-281 0,0 1 0,-1 0 0,1 0 0,0 0 0,0 1 0,0-1 0,1 0 0,-1 1 0,1-1 0,0 1 0,0 0 0,0-1 0,1 1 0,-1 0 0,1-1 0,0 1 0,0 5 0,1-6 0,0 0 0,0 1 0,1-1 0,-1 0 0,1 0 0,0 0 0,0-1 0,0 1 0,0 0 0,1-1 0,-1 1 0,1-1 0,-1 0 0,1 0 0,0 0 0,0 0 0,0 0 0,5 2 0,16 7 0,1-1 0,-1-1 0,2-1 0,-1-1 0,27 4 0,135 11 0,-162-20 0,-5 0 0,20 1 0,55-1 0,-93-4 0,0 0 0,1-1 0,-1 1 0,0-1 0,0 0 0,0 0 0,-1 0 0,1 0 0,1-3 0,5-8 0,0 5 0,-1-1 0,1-1 0,-2 1 0,1-1 0,-2-1 0,1 1 0,-1-1 0,-1 0 0,0 0 0,3-17 0,1-23 0,-3 1 0,0-56 0,-18 167 0,-222 850 0,194-800-1365,26-79-5461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22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0 24575,'5'5'0,"-1"1"0,1 0 0,-1-1 0,-1 1 0,7 12 0,5 10 0,25 42 0,-2 2 0,-4 1 0,-2 2 0,-5 1 0,21 88 0,-37-115 0,-3 0 0,-1 0 0,-3 1 0,-2-1 0,-2 1 0,-3 0 0,-1-1 0,-3 1 0,-21 78 0,7-65 0,-2-2 0,-3 0 0,-3-2 0,-2-1 0,-2-2 0,-75 94 0,56-86 0,-4-3 0,-2-3 0,-2-2 0,-3-2 0,-70 45 0,45-46-1365,29-26-5461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0 24575,'-1'3'0,"1"0"0,-1-1 0,0 1 0,0-1 0,0 1 0,0 0 0,0-1 0,-1 0 0,1 1 0,-1-1 0,-2 4 0,-5 6 0,-334 457 0,185-266 0,133-167-1365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24575,'1'1'0,"1"0"0,-1 0 0,1 0 0,-1 0 0,0 1 0,1-1 0,-1 0 0,0 1 0,0-1 0,0 1 0,0-1 0,0 1 0,-1 0 0,1-1 0,0 3 0,3 3 0,55 100 60,124 167 0,-146-228-308,2-1 1,1-2-1,3-2 1,1-2-1,79 54 1,-57-52-6579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818 1 24575,'0'2'0,"-1"1"0,1-1 0,-1 1 0,0-1 0,0 1 0,0-1 0,-1 0 0,1 0 0,-1 1 0,1-1 0,-3 3 0,-2 3 0,-124 170 0,-44 65 0,141-190 0,2 2 0,-43 101 0,67-136 0,0 0 0,2 0 0,0 1 0,1-1 0,1 1 0,0 0 0,2 0 0,1 0 0,0 0 0,6 31 0,-4-41 0,0-1 0,1 1 0,1-1 0,-1 0 0,2 0 0,-1 0 0,1 0 0,1-1 0,0 0 0,0 0 0,1 0 0,0-1 0,0 0 0,1 0 0,0-1 0,0 0 0,1-1 0,0 0 0,0 0 0,0 0 0,20 7 0,-19-9 0,0-1 0,1 0 0,-1-1 0,0 0 0,1 0 0,-1-1 0,1-1 0,-1 0 0,1 0 0,-1-1 0,12-2 0,-7 0 0,1-1 0,-2-1 0,1-1 0,0 0 0,-1 0 0,24-16 0,-10 2 0,-2-1 0,0-1 0,-1-1 0,-1-1 0,-2-1 0,25-34 0,-35 42 0,-1 0 0,0 0 0,-1-1 0,15-37 0,-23 47 0,1 1 0,-1-1 0,-1 0 0,1 0 0,-1 0 0,-1 0 0,0 0 0,0 0 0,0 0 0,-1 0 0,0 0 0,-1 0 0,1 0 0,-2 0 0,-4-11 0,6 16 0,-1-1 0,0 1 0,-1 0 0,1 0 0,-1 0 0,1 0 0,-1 1 0,0-1 0,0 1 0,0-1 0,0 1 0,0 0 0,-1 0 0,1 1 0,-1-1 0,1 1 0,-1-1 0,0 1 0,1 0 0,-1 0 0,0 1 0,0-1 0,1 1 0,-1 0 0,-5 0 0,-8 1 0,0 1 0,0 0 0,0 1 0,-25 8 0,-15 7 0,1 3 0,-73 38 0,-98 72 0,51-12 120,155-103-368,1 1 1,1 1-1,0 0 1,1 2-1,-28 40 1,22-16-6579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133 126 24575,'-106'161'0,"102"-156"0,1-1 0,0-1 0,0 0 0,1 1 0,0 0 0,0-1 0,0 1 0,-3 8 0,5-11 0,0 0 0,0 0 0,0 1 0,0-1 0,0 0 0,0 0 0,1 1 0,-1-1 0,0 0 0,1 0 0,-1 0 0,1 0 0,-1 1 0,1-1 0,0 0 0,-1 0 0,1 0 0,0 0 0,0 0 0,0-1 0,0 1 0,0 0 0,0 0 0,0 0 0,0-1 0,0 1 0,0-1 0,0 1 0,0-1 0,0 1 0,1-1 0,1 1 0,14 5 0,0 0 0,1-1 0,0-1 0,30 3 0,79 0 0,-80-5 0,90 4 0,413 3 0,-554-9 0,1-1 0,0 1 0,-1-1 0,1 0 0,0 0 0,0-1 0,0 1 0,0 0 0,0-1 0,0 0 0,0 0 0,0 0 0,1 0 0,-1 0 0,1-1 0,-1 1 0,1-1 0,0 1 0,0-1 0,0 0 0,0 0 0,1 0 0,-3-5 0,-3-7 0,0-1 0,1 1 0,-6-25 0,-13-101 0,1 6 0,24 181 0,0-23 0,-6 74 0,-3 1 0,-5-1 0,-33 118 0,-110 276 0,152-480-116,-3 12-509,-17 33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24575,'69'-3'0,"71"-12"0,-11 0 0,240 3-1365,-356 13-5461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2T16:06:3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24575,'0'0'0,"3"0"0,7 0 0,17 0 0,15 0 0,16 0 0,12-3 0,9 0 0,8-1 0,9-1 0,5-3 0,-7 1 0,-18 0-8191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5T14:35:48.60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0,'10'13,"-1"-1,0 1,-1 1,-1 0,0 0,7 22,5 7,135 261,287 422,-172-377,23-21,-120-137,293 364,-322-380,159 230,-215-284,-70-99,-12-17,-1 0,0 0,0 0,0 1,-1 0,1-1,-1 2,-1-1,1 0,1 8,-4-10,-1-4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5T14:35:49.71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0 666,'131'-4,"-1"-6,0-6,138-35,371-127,-449 121,691-186,-625 175,-226 59,-5 2,0 0,0 2,0 1,35-2,-54 8,-14 1,7-3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5T14:35:50.78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1,'1'0,"0"0,0 1,0-1,0 0,0 1,0-1,0 1,0 0,0-1,-1 1,1 0,0-1,0 1,-1 0,1 0,-1 0,1 0,-1-1,1 1,0 2,11 25,-9-19,50 128,200 450,-28-209,22-13,165 272,-370-564,7 10,42 100,-90-181,0 0,-1 1,1-1,0 0,-1 1,1-1,-1 1,0-1,0 1,0 3,-1-7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5T14:35:51.56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1605,'125'-109,"-44"42,228-200,192-169,-19-16,-451 421,16-14,-3-2,69-94,-109 131,-12 16,6-3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>
              <a:defRPr/>
            </a:pPr>
            <a:fld id="{BDCCFD46-5347-4521-8709-EDCFC072AB63}" type="datetimeFigureOut">
              <a:rPr lang="es-ES"/>
              <a:pPr>
                <a:defRPr/>
              </a:pPr>
              <a:t>19/08/2025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s-E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A9D2C97-410A-4CC9-86D1-FD50B79F3E44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2C97-410A-4CC9-86D1-FD50B79F3E44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98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2C97-410A-4CC9-86D1-FD50B79F3E44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9388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70BDF-A71E-4BBA-9B1E-6EDE9F2EACF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2840EE-7EF5-4213-A960-1593349BBA30}" type="slidenum">
              <a:rPr lang="en-US"/>
              <a:pPr/>
              <a:t>‹Nº›</a:t>
            </a:fld>
            <a:endParaRPr lang="en-US"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9E612B12-C9C0-2989-2402-ABE0F925EFC9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05820927"/>
              </p:ext>
            </p:extLst>
          </p:nvPr>
        </p:nvGraphicFramePr>
        <p:xfrm>
          <a:off x="11037887" y="26987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1C3694B-F1A7-EB9F-B72B-55A44D0BB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7887" y="26987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B8A485D-84D6-00DC-C6CA-BB6093A36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63250" y="6591300"/>
            <a:ext cx="3860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08D2A0-581A-4E08-9C41-FD7255702BF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33E2C9-03B6-4FFE-B7BF-526486109E44}" type="slidenum">
              <a:rPr lang="en-US"/>
              <a:pPr/>
              <a:t>‹Nº›</a:t>
            </a:fld>
            <a:endParaRPr lang="en-US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23B7A49-2231-3F21-FB8E-CB09EAE873E1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069153873"/>
              </p:ext>
            </p:extLst>
          </p:nvPr>
        </p:nvGraphicFramePr>
        <p:xfrm>
          <a:off x="11037887" y="26987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1C3694B-F1A7-EB9F-B72B-55A44D0BB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7887" y="26987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4A739-B3DB-4A38-9AB5-735F8C73F52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F403C-13D2-40DD-9A99-794DAB70B66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684DCE-8EBC-4D6B-ADE3-898F1B1392D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5A320-52BF-4F9E-B729-3377C73386A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BA1DC-0C4E-4F78-B433-FACB14159E8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A47F44-F3AA-48B6-8216-029C6C28BF1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46D2F-FA32-4AB8-AA4D-65D681E6982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6E9587-C06F-433A-B384-25298C6E7A7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EC55E-1769-464A-A68D-65449433DEB9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81000"/>
            <a:ext cx="10363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título del patrón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95400"/>
            <a:ext cx="10363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texto del patrón</a:t>
            </a:r>
          </a:p>
          <a:p>
            <a:pPr lvl="1"/>
            <a:r>
              <a:rPr lang="en-US" altLang="en-US"/>
              <a:t>Segundo nivel</a:t>
            </a:r>
          </a:p>
          <a:p>
            <a:pPr lvl="2"/>
            <a:r>
              <a:rPr lang="en-US" altLang="en-US"/>
              <a:t>Tercer nivel</a:t>
            </a:r>
          </a:p>
          <a:p>
            <a:pPr lvl="3"/>
            <a:r>
              <a:rPr lang="en-US" altLang="en-US"/>
              <a:t>Cuarto nivel</a:t>
            </a:r>
          </a:p>
          <a:p>
            <a:pPr lvl="4"/>
            <a:r>
              <a:rPr lang="en-US" altLang="en-US"/>
              <a:t>Quinto nivel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966675-7725-4550-B7AD-D3F2289E991E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117" Type="http://schemas.openxmlformats.org/officeDocument/2006/relationships/image" Target="../media/image73.png"/><Relationship Id="rId21" Type="http://schemas.openxmlformats.org/officeDocument/2006/relationships/image" Target="../media/image26.png"/><Relationship Id="rId42" Type="http://schemas.openxmlformats.org/officeDocument/2006/relationships/customXml" Target="../ink/ink20.xml"/><Relationship Id="rId47" Type="http://schemas.openxmlformats.org/officeDocument/2006/relationships/image" Target="../media/image39.png"/><Relationship Id="rId63" Type="http://schemas.openxmlformats.org/officeDocument/2006/relationships/image" Target="../media/image47.png"/><Relationship Id="rId68" Type="http://schemas.openxmlformats.org/officeDocument/2006/relationships/customXml" Target="../ink/ink33.xml"/><Relationship Id="rId84" Type="http://schemas.openxmlformats.org/officeDocument/2006/relationships/image" Target="../media/image57.png"/><Relationship Id="rId89" Type="http://schemas.openxmlformats.org/officeDocument/2006/relationships/customXml" Target="../ink/ink44.xml"/><Relationship Id="rId112" Type="http://schemas.openxmlformats.org/officeDocument/2006/relationships/customXml" Target="../ink/ink56.xml"/><Relationship Id="rId133" Type="http://schemas.openxmlformats.org/officeDocument/2006/relationships/image" Target="../media/image81.png"/><Relationship Id="rId138" Type="http://schemas.openxmlformats.org/officeDocument/2006/relationships/customXml" Target="../ink/ink69.xml"/><Relationship Id="rId16" Type="http://schemas.openxmlformats.org/officeDocument/2006/relationships/customXml" Target="../ink/ink7.xml"/><Relationship Id="rId107" Type="http://schemas.openxmlformats.org/officeDocument/2006/relationships/customXml" Target="../ink/ink53.xml"/><Relationship Id="rId11" Type="http://schemas.openxmlformats.org/officeDocument/2006/relationships/image" Target="../media/image21.png"/><Relationship Id="rId32" Type="http://schemas.openxmlformats.org/officeDocument/2006/relationships/customXml" Target="../ink/ink15.xml"/><Relationship Id="rId37" Type="http://schemas.openxmlformats.org/officeDocument/2006/relationships/image" Target="../media/image34.png"/><Relationship Id="rId53" Type="http://schemas.openxmlformats.org/officeDocument/2006/relationships/image" Target="../media/image42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customXml" Target="../ink/ink39.xml"/><Relationship Id="rId102" Type="http://schemas.openxmlformats.org/officeDocument/2006/relationships/image" Target="../media/image66.png"/><Relationship Id="rId123" Type="http://schemas.openxmlformats.org/officeDocument/2006/relationships/image" Target="../media/image76.png"/><Relationship Id="rId128" Type="http://schemas.openxmlformats.org/officeDocument/2006/relationships/customXml" Target="../ink/ink64.xml"/><Relationship Id="rId5" Type="http://schemas.openxmlformats.org/officeDocument/2006/relationships/image" Target="../media/image18.png"/><Relationship Id="rId90" Type="http://schemas.openxmlformats.org/officeDocument/2006/relationships/image" Target="../media/image60.png"/><Relationship Id="rId95" Type="http://schemas.openxmlformats.org/officeDocument/2006/relationships/customXml" Target="../ink/ink47.xml"/><Relationship Id="rId22" Type="http://schemas.openxmlformats.org/officeDocument/2006/relationships/customXml" Target="../ink/ink10.xml"/><Relationship Id="rId27" Type="http://schemas.openxmlformats.org/officeDocument/2006/relationships/image" Target="../media/image29.png"/><Relationship Id="rId43" Type="http://schemas.openxmlformats.org/officeDocument/2006/relationships/image" Target="../media/image37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50.png"/><Relationship Id="rId113" Type="http://schemas.openxmlformats.org/officeDocument/2006/relationships/image" Target="../media/image71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84.png"/><Relationship Id="rId8" Type="http://schemas.openxmlformats.org/officeDocument/2006/relationships/customXml" Target="../ink/ink3.xml"/><Relationship Id="rId51" Type="http://schemas.openxmlformats.org/officeDocument/2006/relationships/image" Target="../media/image41.png"/><Relationship Id="rId72" Type="http://schemas.openxmlformats.org/officeDocument/2006/relationships/customXml" Target="../ink/ink35.xml"/><Relationship Id="rId80" Type="http://schemas.openxmlformats.org/officeDocument/2006/relationships/image" Target="../media/image55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64.png"/><Relationship Id="rId121" Type="http://schemas.openxmlformats.org/officeDocument/2006/relationships/image" Target="../media/image75.png"/><Relationship Id="rId3" Type="http://schemas.openxmlformats.org/officeDocument/2006/relationships/image" Target="../media/image16.png"/><Relationship Id="rId12" Type="http://schemas.openxmlformats.org/officeDocument/2006/relationships/customXml" Target="../ink/ink5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33" Type="http://schemas.openxmlformats.org/officeDocument/2006/relationships/image" Target="../media/image32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45.png"/><Relationship Id="rId67" Type="http://schemas.openxmlformats.org/officeDocument/2006/relationships/image" Target="../media/image49.png"/><Relationship Id="rId103" Type="http://schemas.openxmlformats.org/officeDocument/2006/relationships/customXml" Target="../ink/ink51.xml"/><Relationship Id="rId108" Type="http://schemas.openxmlformats.org/officeDocument/2006/relationships/image" Target="../media/image69.png"/><Relationship Id="rId116" Type="http://schemas.openxmlformats.org/officeDocument/2006/relationships/customXml" Target="../ink/ink58.xml"/><Relationship Id="rId124" Type="http://schemas.openxmlformats.org/officeDocument/2006/relationships/customXml" Target="../ink/ink62.xml"/><Relationship Id="rId129" Type="http://schemas.openxmlformats.org/officeDocument/2006/relationships/image" Target="../media/image79.png"/><Relationship Id="rId137" Type="http://schemas.openxmlformats.org/officeDocument/2006/relationships/image" Target="../media/image83.png"/><Relationship Id="rId20" Type="http://schemas.openxmlformats.org/officeDocument/2006/relationships/customXml" Target="../ink/ink9.xml"/><Relationship Id="rId41" Type="http://schemas.openxmlformats.org/officeDocument/2006/relationships/image" Target="../media/image36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53.png"/><Relationship Id="rId83" Type="http://schemas.openxmlformats.org/officeDocument/2006/relationships/customXml" Target="../ink/ink41.xml"/><Relationship Id="rId88" Type="http://schemas.openxmlformats.org/officeDocument/2006/relationships/image" Target="../media/image59.png"/><Relationship Id="rId91" Type="http://schemas.openxmlformats.org/officeDocument/2006/relationships/customXml" Target="../ink/ink45.xml"/><Relationship Id="rId96" Type="http://schemas.openxmlformats.org/officeDocument/2006/relationships/image" Target="../media/image63.png"/><Relationship Id="rId111" Type="http://schemas.openxmlformats.org/officeDocument/2006/relationships/image" Target="../media/image70.png"/><Relationship Id="rId132" Type="http://schemas.openxmlformats.org/officeDocument/2006/relationships/customXml" Target="../ink/ink66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40.png"/><Relationship Id="rId57" Type="http://schemas.openxmlformats.org/officeDocument/2006/relationships/image" Target="../media/image44.png"/><Relationship Id="rId106" Type="http://schemas.openxmlformats.org/officeDocument/2006/relationships/image" Target="../media/image68.png"/><Relationship Id="rId114" Type="http://schemas.openxmlformats.org/officeDocument/2006/relationships/customXml" Target="../ink/ink57.xml"/><Relationship Id="rId119" Type="http://schemas.openxmlformats.org/officeDocument/2006/relationships/image" Target="../media/image74.png"/><Relationship Id="rId127" Type="http://schemas.openxmlformats.org/officeDocument/2006/relationships/image" Target="../media/image78.png"/><Relationship Id="rId10" Type="http://schemas.openxmlformats.org/officeDocument/2006/relationships/customXml" Target="../ink/ink4.xml"/><Relationship Id="rId31" Type="http://schemas.openxmlformats.org/officeDocument/2006/relationships/image" Target="../media/image31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48.png"/><Relationship Id="rId73" Type="http://schemas.openxmlformats.org/officeDocument/2006/relationships/image" Target="../media/image52.png"/><Relationship Id="rId78" Type="http://schemas.openxmlformats.org/officeDocument/2006/relationships/image" Target="../media/image54.png"/><Relationship Id="rId81" Type="http://schemas.openxmlformats.org/officeDocument/2006/relationships/customXml" Target="../ink/ink40.xml"/><Relationship Id="rId86" Type="http://schemas.openxmlformats.org/officeDocument/2006/relationships/image" Target="../media/image58.png"/><Relationship Id="rId94" Type="http://schemas.openxmlformats.org/officeDocument/2006/relationships/image" Target="../media/image62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customXml" Target="../ink/ink61.xml"/><Relationship Id="rId130" Type="http://schemas.openxmlformats.org/officeDocument/2006/relationships/customXml" Target="../ink/ink65.xml"/><Relationship Id="rId135" Type="http://schemas.openxmlformats.org/officeDocument/2006/relationships/image" Target="../media/image82.png"/><Relationship Id="rId4" Type="http://schemas.openxmlformats.org/officeDocument/2006/relationships/customXml" Target="../ink/ink1.xml"/><Relationship Id="rId9" Type="http://schemas.openxmlformats.org/officeDocument/2006/relationships/image" Target="../media/image20.png"/><Relationship Id="rId13" Type="http://schemas.openxmlformats.org/officeDocument/2006/relationships/image" Target="../media/image22.png"/><Relationship Id="rId18" Type="http://schemas.openxmlformats.org/officeDocument/2006/relationships/customXml" Target="../ink/ink8.xml"/><Relationship Id="rId39" Type="http://schemas.openxmlformats.org/officeDocument/2006/relationships/image" Target="../media/image35.png"/><Relationship Id="rId109" Type="http://schemas.openxmlformats.org/officeDocument/2006/relationships/customXml" Target="../ink/ink54.xml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43.png"/><Relationship Id="rId76" Type="http://schemas.openxmlformats.org/officeDocument/2006/relationships/customXml" Target="../ink/ink37.xml"/><Relationship Id="rId97" Type="http://schemas.openxmlformats.org/officeDocument/2006/relationships/customXml" Target="../ink/ink48.xml"/><Relationship Id="rId104" Type="http://schemas.openxmlformats.org/officeDocument/2006/relationships/image" Target="../media/image67.png"/><Relationship Id="rId120" Type="http://schemas.openxmlformats.org/officeDocument/2006/relationships/customXml" Target="../ink/ink60.xml"/><Relationship Id="rId125" Type="http://schemas.openxmlformats.org/officeDocument/2006/relationships/image" Target="../media/image77.png"/><Relationship Id="rId7" Type="http://schemas.openxmlformats.org/officeDocument/2006/relationships/image" Target="../media/image19.png"/><Relationship Id="rId71" Type="http://schemas.openxmlformats.org/officeDocument/2006/relationships/image" Target="../media/image51.png"/><Relationship Id="rId92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30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38.png"/><Relationship Id="rId66" Type="http://schemas.openxmlformats.org/officeDocument/2006/relationships/customXml" Target="../ink/ink32.xml"/><Relationship Id="rId87" Type="http://schemas.openxmlformats.org/officeDocument/2006/relationships/customXml" Target="../ink/ink43.xml"/><Relationship Id="rId110" Type="http://schemas.openxmlformats.org/officeDocument/2006/relationships/customXml" Target="../ink/ink55.xml"/><Relationship Id="rId115" Type="http://schemas.openxmlformats.org/officeDocument/2006/relationships/image" Target="../media/image72.png"/><Relationship Id="rId131" Type="http://schemas.openxmlformats.org/officeDocument/2006/relationships/image" Target="../media/image80.png"/><Relationship Id="rId136" Type="http://schemas.openxmlformats.org/officeDocument/2006/relationships/customXml" Target="../ink/ink68.xml"/><Relationship Id="rId61" Type="http://schemas.openxmlformats.org/officeDocument/2006/relationships/image" Target="../media/image46.png"/><Relationship Id="rId82" Type="http://schemas.openxmlformats.org/officeDocument/2006/relationships/image" Target="../media/image56.png"/><Relationship Id="rId19" Type="http://schemas.openxmlformats.org/officeDocument/2006/relationships/image" Target="../media/image25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33.png"/><Relationship Id="rId56" Type="http://schemas.openxmlformats.org/officeDocument/2006/relationships/customXml" Target="../ink/ink27.xml"/><Relationship Id="rId77" Type="http://schemas.openxmlformats.org/officeDocument/2006/relationships/customXml" Target="../ink/ink38.xml"/><Relationship Id="rId100" Type="http://schemas.openxmlformats.org/officeDocument/2006/relationships/image" Target="../media/image65.png"/><Relationship Id="rId105" Type="http://schemas.openxmlformats.org/officeDocument/2006/relationships/customXml" Target="../ink/ink52.xml"/><Relationship Id="rId126" Type="http://schemas.openxmlformats.org/officeDocument/2006/relationships/customXml" Target="../ink/ink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customXml" Target="../ink/ink70.xml"/><Relationship Id="rId7" Type="http://schemas.openxmlformats.org/officeDocument/2006/relationships/customXml" Target="../ink/ink72.xm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customXml" Target="../ink/ink71.xml"/><Relationship Id="rId10" Type="http://schemas.openxmlformats.org/officeDocument/2006/relationships/image" Target="../media/image100.png"/><Relationship Id="rId4" Type="http://schemas.openxmlformats.org/officeDocument/2006/relationships/image" Target="../media/image97.png"/><Relationship Id="rId9" Type="http://schemas.openxmlformats.org/officeDocument/2006/relationships/customXml" Target="../ink/ink7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gif"/><Relationship Id="rId2" Type="http://schemas.openxmlformats.org/officeDocument/2006/relationships/image" Target="../media/image125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6" y="1219200"/>
            <a:ext cx="8207375" cy="1143000"/>
          </a:xfrm>
        </p:spPr>
        <p:txBody>
          <a:bodyPr/>
          <a:lstStyle/>
          <a:p>
            <a:r>
              <a:rPr lang="es-ES" altLang="en-US" sz="3900">
                <a:latin typeface="Calibri" pitchFamily="34" charset="0"/>
                <a:ea typeface="Calibri" pitchFamily="34" charset="0"/>
                <a:cs typeface="Calibri" pitchFamily="34" charset="0"/>
              </a:rPr>
              <a:t>Redes Neuronales Profundas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8214" y="4076700"/>
            <a:ext cx="7704137" cy="17526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Maestría en Inteligencia Artificial y Analítica de Datos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Universidad Autónoma de Ciudad Juárez</a:t>
            </a:r>
          </a:p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Agosto – Diciembre 2025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307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246619"/>
              </p:ext>
            </p:extLst>
          </p:nvPr>
        </p:nvGraphicFramePr>
        <p:xfrm>
          <a:off x="10848528" y="260648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528" y="260648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"/>
          <p:cNvSpPr txBox="1">
            <a:spLocks noChangeArrowheads="1"/>
          </p:cNvSpPr>
          <p:nvPr/>
        </p:nvSpPr>
        <p:spPr bwMode="auto">
          <a:xfrm>
            <a:off x="2126975" y="26479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altLang="en-US" sz="3000" b="1">
                <a:solidFill>
                  <a:schemeClr val="tx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Unidad 2. </a:t>
            </a:r>
            <a:r>
              <a:rPr lang="es-MX" sz="3200" b="1">
                <a:latin typeface="Calibri" panose="020F0502020204030204" pitchFamily="34" charset="0"/>
                <a:cs typeface="Calibri" panose="020F0502020204030204" pitchFamily="34" charset="0"/>
              </a:rPr>
              <a:t>Redes neuronales convolucionales (CNN)</a:t>
            </a:r>
            <a:endParaRPr lang="es-ES" altLang="en-US" sz="3000" b="1" dirty="0">
              <a:solidFill>
                <a:srgbClr val="FF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208213" y="549275"/>
            <a:ext cx="7772400" cy="685800"/>
          </a:xfrm>
        </p:spPr>
        <p:txBody>
          <a:bodyPr/>
          <a:lstStyle/>
          <a:p>
            <a:r>
              <a:rPr lang="es-MX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Objetivo de la Unidad</a:t>
            </a:r>
            <a:b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911424" y="1556792"/>
            <a:ext cx="10801200" cy="4104456"/>
          </a:xfrm>
        </p:spPr>
        <p:txBody>
          <a:bodyPr/>
          <a:lstStyle/>
          <a:p>
            <a:r>
              <a:rPr lang="es-MX" sz="2800">
                <a:latin typeface="Calibri" panose="020F0502020204030204" pitchFamily="34" charset="0"/>
                <a:cs typeface="Calibri" panose="020F0502020204030204" pitchFamily="34" charset="0"/>
              </a:rPr>
              <a:t>El estudiante comprenderá la arquitectura y funcionamiento de las CNNs.</a:t>
            </a:r>
            <a:r>
              <a:rPr lang="es-ES" sz="3200"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</a:p>
          <a:p>
            <a:pPr marL="457200" indent="-457200">
              <a:buFontTx/>
              <a:buAutoNum type="arabicPeriod"/>
            </a:pPr>
            <a:endParaRPr lang="es-MX" altLang="es-MX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02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295400"/>
            <a:ext cx="9577064" cy="4876800"/>
          </a:xfrm>
        </p:spPr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Arquitectura: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Capas de convolución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Capas de agrupación (pooling)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Capa totalmente conectada y capa de salida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Padding y Stride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Funciones de activación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Funciones de pérdida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Optimizadores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Regularización</a:t>
            </a:r>
            <a:endParaRPr lang="es-MX" altLang="en-US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Transferencia de aprendizaje</a:t>
            </a:r>
            <a:endParaRPr lang="es-MX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Redes Neuronales Convolucionales: Definición y componentes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1384" y="1124744"/>
            <a:ext cx="10801200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Capas de convolución: </a:t>
            </a:r>
          </a:p>
          <a:p>
            <a:pPr lvl="1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Una </a:t>
            </a:r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capa de convolución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 es un conjunto de </a:t>
            </a:r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filtros entrenables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 que se deslizan (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convolucionan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) sobre la entrada, realizando una multiplicación elemento a elemento y suma para producir nuevas representaciones de los datos.</a:t>
            </a:r>
          </a:p>
          <a:p>
            <a:pPr>
              <a:lnSpc>
                <a:spcPct val="130000"/>
              </a:lnSpc>
            </a:pP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Componentes principales de una capa de convolución:</a:t>
            </a:r>
          </a:p>
          <a:p>
            <a:pPr lvl="1"/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Filtros (kernels): 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Pequeñas matrices (ej. 3×3, 5×5) con valores entrenables.Cada filtro detecta un tipo de patrón.</a:t>
            </a:r>
          </a:p>
          <a:p>
            <a:pPr lvl="1"/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Stride (paso): 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Número de posiciones que el filtro se desplaza en cada paso. Stride mayor → salida más pequeña.</a:t>
            </a:r>
          </a:p>
          <a:p>
            <a:pPr lvl="1"/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Padding (relleno):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 “Valid” (sin padding): salida más pequeña que la entrada.“Same” (con padding): salida del mismo tamaño que la entrada.</a:t>
            </a:r>
          </a:p>
          <a:p>
            <a:pPr lvl="1"/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Número de filtros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: Define cuántos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feature maps 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se generan. Cada filtro aprende un patrón diferente.</a:t>
            </a:r>
          </a:p>
          <a:p>
            <a:pPr lvl="1"/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Función de activación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: ReLU es la más usada tras la convolución para introducir no linealidad.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E077E-A1B1-B9F4-5023-25CCFEC3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Operación de convolución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FBB3D3D-3D89-6823-4B4A-44CF4D011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Ecuación matemática: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la entrada (una matriz),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un filtro, la salida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en la posición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viene dada por:   </a:t>
                </a: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107000"/>
                  </a:lnSpc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lnSpc>
                    <a:spcPct val="107000"/>
                  </a:lnSpc>
                </a:pP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son el alto y ancho del filtro. </a:t>
                </a:r>
              </a:p>
              <a:p>
                <a:pPr lvl="1"/>
                <a:r>
                  <a:rPr lang="es-MX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hay múltiples canales de entrada (RGB), el filtro también tiene una dimensión de canales y se suman los resultados de cada canal.</a:t>
                </a:r>
                <a:r>
                  <a:rPr lang="es-MX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FBB3D3D-3D89-6823-4B4A-44CF4D011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D152FC54-ED1E-9167-96D2-E738D9B3D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75" r="25058"/>
          <a:stretch>
            <a:fillRect/>
          </a:stretch>
        </p:blipFill>
        <p:spPr>
          <a:xfrm>
            <a:off x="3359696" y="2623958"/>
            <a:ext cx="5112568" cy="110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30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F1D2-E53A-DF11-208B-BA0C7CD9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C648D-4B19-3B06-765F-EB6794F5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Operación de convolución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E923CE-744F-F2D1-5F6A-528A71867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Una capa de convolución:  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Extrae características locales de la entrada.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Usa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filtros entrenables (kernels)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que se actualizan en el entrenamiento.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Produce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mapas de características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que alimentan las siguientes capas de la red.</a:t>
            </a: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718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B96D-C0A1-501E-0A8A-3122ABC6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C450A-B03C-863D-0A90-3125A05D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D823C5C-8EF6-0543-8CA6-5E167E63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5800" y="6615638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46A3BFF-109F-2826-7CD7-5F7671416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8640" y="743456"/>
            <a:ext cx="5080000" cy="4876800"/>
          </a:xfrm>
        </p:spPr>
        <p:txBody>
          <a:bodyPr/>
          <a:lstStyle/>
          <a:p>
            <a:r>
              <a:rPr lang="es-MX"/>
              <a:t>Ejemplo: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A50EAD1-8609-C4C8-8B80-7575906F8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2" y="4365104"/>
            <a:ext cx="5486400" cy="21201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7CF7BBD-176F-D435-25AF-1EDD0265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4365104"/>
            <a:ext cx="5486400" cy="2120134"/>
          </a:xfrm>
          <a:prstGeom prst="rect">
            <a:avLst/>
          </a:prstGeom>
        </p:spPr>
      </p:pic>
      <p:pic>
        <p:nvPicPr>
          <p:cNvPr id="2062" name="Picture 14" descr="Output image">
            <a:extLst>
              <a:ext uri="{FF2B5EF4-FFF2-40B4-BE49-F238E27FC236}">
                <a16:creationId xmlns:a16="http://schemas.microsoft.com/office/drawing/2014/main" id="{E1A2D4CD-168A-1F42-0AE7-8D8A7AA9F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1379696"/>
            <a:ext cx="9505056" cy="251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B7E738A-7BBF-B150-5A5E-664F54263232}"/>
              </a:ext>
            </a:extLst>
          </p:cNvPr>
          <p:cNvSpPr txBox="1"/>
          <p:nvPr/>
        </p:nvSpPr>
        <p:spPr>
          <a:xfrm>
            <a:off x="43809" y="4088105"/>
            <a:ext cx="2164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/>
              <a:t>* ejemplo con stride (paso) de 1</a:t>
            </a:r>
          </a:p>
        </p:txBody>
      </p:sp>
    </p:spTree>
    <p:extLst>
      <p:ext uri="{BB962C8B-B14F-4D97-AF65-F5344CB8AC3E}">
        <p14:creationId xmlns:p14="http://schemas.microsoft.com/office/powerpoint/2010/main" val="80340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3BED-B6D6-AF0F-DD9B-12D0BF0E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FDF3A-135E-2DE2-0E00-8E9FC2D8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53D7999-3043-D4C3-F3BD-6F15CBC3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53353C3-A8C3-6CFC-6D88-3E8B5E267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900" y="1078260"/>
            <a:ext cx="5080000" cy="4876800"/>
          </a:xfrm>
        </p:spPr>
        <p:txBody>
          <a:bodyPr/>
          <a:lstStyle/>
          <a:p>
            <a:r>
              <a:rPr lang="es-MX"/>
              <a:t>Continuación: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0CE768-058B-7A92-AE74-DDA30D209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0" y="4471159"/>
            <a:ext cx="5486400" cy="21201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7AA8FE-9994-34A1-F45E-AF20254E9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100" y="1714640"/>
            <a:ext cx="5486400" cy="212013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6AE3467-580F-2206-8825-2C995BE15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100" y="4471160"/>
            <a:ext cx="5486400" cy="21201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CFC72E2-70CE-665C-075B-295A4DC15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994" y="1714640"/>
            <a:ext cx="5486400" cy="21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5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171B-3080-6C59-9BD1-BAB596E2A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51D96-B534-6DAA-AE8E-1122DE9D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79A9E68-E447-6C1F-6BCA-4A65C3E8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3076947E-DEE5-4755-DAE9-4BF6B521291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9900" y="1078260"/>
                <a:ext cx="10796700" cy="4876800"/>
              </a:xfrm>
            </p:spPr>
            <p:txBody>
              <a:bodyPr/>
              <a:lstStyle/>
              <a:p>
                <a:r>
                  <a:rPr lang="es-MX" sz="2400">
                    <a:latin typeface="Calibri" panose="020F0502020204030204" pitchFamily="34" charset="0"/>
                    <a:cs typeface="Calibri" panose="020F0502020204030204" pitchFamily="34" charset="0"/>
                  </a:rPr>
                  <a:t>Al resultado final de estas operaciones se le suma un parámetro de </a:t>
                </a:r>
                <a:r>
                  <a:rPr lang="es-MX" sz="2400" i="1">
                    <a:latin typeface="Calibri" panose="020F0502020204030204" pitchFamily="34" charset="0"/>
                    <a:cs typeface="Calibri" panose="020F0502020204030204" pitchFamily="34" charset="0"/>
                  </a:rPr>
                  <a:t>bias</a:t>
                </a:r>
                <a:r>
                  <a:rPr lang="es-MX" sz="240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s-MX" sz="2400">
                    <a:latin typeface="Calibri" panose="020F0502020204030204" pitchFamily="34" charset="0"/>
                    <a:cs typeface="Calibri" panose="020F0502020204030204" pitchFamily="34" charset="0"/>
                  </a:rPr>
                  <a:t>El tamaño de la imagen de salida se puede calcular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𝑎𝑙𝑡𝑢𝑟𝑎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𝑎𝑛𝑐h𝑜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𝑎𝑙𝑡𝑢𝑟𝑎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𝑖𝑚𝑔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𝑎𝑙𝑡𝑢𝑟𝑎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𝑘𝑒𝑟𝑛𝑒𝑙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</a:rPr>
                            <m:t> , 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𝑎𝑛𝑐h𝑜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𝑖𝑚𝑔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𝑎𝑛𝑐h𝑜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𝑘𝑒𝑟𝑛𝑒𝑙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s-MX" sz="2000" b="0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s-MX" sz="2400">
                    <a:latin typeface="Calibri" panose="020F0502020204030204" pitchFamily="34" charset="0"/>
                    <a:cs typeface="Calibri" panose="020F0502020204030204" pitchFamily="34" charset="0"/>
                  </a:rPr>
                  <a:t>En el ejemplo: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MX" sz="240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(6−3+1 , 6−3+1)</m:t>
                    </m:r>
                    <m:r>
                      <m:rPr>
                        <m:nor/>
                      </m:rPr>
                      <a:rPr lang="es-MX" sz="2400" b="0" i="0" smtClean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m:t>= (4 , 4)</m:t>
                    </m:r>
                  </m:oMath>
                </a14:m>
                <a:endParaRPr lang="es-MX" sz="2400" b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3076947E-DEE5-4755-DAE9-4BF6B5212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9900" y="1078260"/>
                <a:ext cx="10796700" cy="4876800"/>
              </a:xfrm>
              <a:blipFill>
                <a:blip r:embed="rId2"/>
                <a:stretch>
                  <a:fillRect l="-903" t="-1125" b="-27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CB17429B-A6C9-8DF7-D7E5-2E1BC2666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12" t="5664"/>
          <a:stretch>
            <a:fillRect/>
          </a:stretch>
        </p:blipFill>
        <p:spPr>
          <a:xfrm>
            <a:off x="1343472" y="1484784"/>
            <a:ext cx="2436806" cy="24891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EBDFD7D-9990-0B1D-D077-B85B8F8EA2D4}"/>
                  </a:ext>
                </a:extLst>
              </p:cNvPr>
              <p:cNvSpPr txBox="1"/>
              <p:nvPr/>
            </p:nvSpPr>
            <p:spPr>
              <a:xfrm>
                <a:off x="3780278" y="2498531"/>
                <a:ext cx="11431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𝑏𝑖𝑎𝑠</m:t>
                      </m:r>
                    </m:oMath>
                  </m:oMathPara>
                </a14:m>
                <a:endParaRPr lang="es-MX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EBDFD7D-9990-0B1D-D077-B85B8F8E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278" y="2498531"/>
                <a:ext cx="114313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89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2941-6899-17C4-CF28-01D6EA28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80C7E-6D8C-058D-20DE-A9E606373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A1F31E9-EA79-9E73-7511-4AE317CA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99AA0E7F-7769-6DEA-D654-DC4E951765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</p:spPr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Cantidad de parámetros: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La </a:t>
                </a:r>
                <a:r>
                  <a:rPr lang="es-MX" sz="2000" b="1">
                    <a:latin typeface="Calibri" panose="020F0502020204030204" pitchFamily="34" charset="0"/>
                    <a:cs typeface="Calibri" panose="020F0502020204030204" pitchFamily="34" charset="0"/>
                  </a:rPr>
                  <a:t>cantidad de parámetros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de una capa convolucional no depende del tamaño de la imagen (aunque si del número de canales de ésta). Depende principalmente del tamaño del filtro (sus dimensiones) y la cantidad de filtros.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En el ejemplo anterior, un solo filtro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𝑛𝑓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de tamaño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3 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2000" b="0" i="0" smtClean="0">
                        <a:latin typeface="Cambria Math" panose="02040503050406030204" pitchFamily="18" charset="0"/>
                      </a:rPr>
                      <m:t> 3 </m:t>
                    </m:r>
                    <m:d>
                      <m:dPr>
                        <m:ctrlPr>
                          <a:rPr lang="es-MX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que recibe una imagen de un solo canal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, tiene </a:t>
                </a:r>
                <a14:m>
                  <m:oMath xmlns:m="http://schemas.openxmlformats.org/officeDocument/2006/math">
                    <m:r>
                      <a:rPr lang="es-MX" sz="2000">
                        <a:latin typeface="Cambria Math" panose="02040503050406030204" pitchFamily="18" charset="0"/>
                      </a:rPr>
                      <m:t>3 </m:t>
                    </m:r>
                    <m:r>
                      <m:rPr>
                        <m:sty m:val="p"/>
                      </m:rPr>
                      <a:rPr lang="es-MX" sz="200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2000">
                        <a:latin typeface="Cambria Math" panose="02040503050406030204" pitchFamily="18" charset="0"/>
                      </a:rPr>
                      <m:t> 3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pesos más un </a:t>
                </a:r>
                <a:r>
                  <a:rPr lang="es-MX" sz="2000" i="1">
                    <a:latin typeface="Calibri" panose="020F0502020204030204" pitchFamily="34" charset="0"/>
                    <a:cs typeface="Calibri" panose="020F0502020204030204" pitchFamily="34" charset="0"/>
                  </a:rPr>
                  <a:t>bias 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(un bias por filtro: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𝑛𝑓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). En total son 10 parámetros.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Importante: el filtro tendrá la misma profundidad que la imagen que recibe.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Cálculo: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𝑚𝑒𝑡𝑟𝑜𝑠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𝑛𝑓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MX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𝑛𝑓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1)+1=10</m:t>
                      </m:r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Ahora, si la capa recibe una imagen en formato RGB (de tres canales,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=3)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, y esta tiene 32 filtros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𝑛𝑓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=32)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de tamaño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, tendrá: </a:t>
                </a:r>
                <a:b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#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á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𝑚𝑒𝑡𝑟𝑜𝑠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=(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𝑛𝑓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𝑛𝑓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=(5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5)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32 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2000" i="1">
                        <a:latin typeface="Cambria Math" panose="02040503050406030204" pitchFamily="18" charset="0"/>
                      </a:rPr>
                      <m:t> 3+32=2432</m:t>
                    </m:r>
                  </m:oMath>
                </a14:m>
                <a:endParaRPr lang="es-MX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99AA0E7F-7769-6DEA-D654-DC4E95176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  <a:blipFill>
                <a:blip r:embed="rId2"/>
                <a:stretch>
                  <a:fillRect l="-1178" t="-1375" r="-393" b="-21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921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8031-A1F8-6EE7-C048-EDF63F42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C1447-9E92-7AB4-9A00-6C3E1126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AC634E8-BC87-E8C0-8374-15B916E1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96BA81AD-DF81-2188-6CEF-A9FE4B4570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</p:spPr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Siguiendo el ejemplo anterior: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Debido a que la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primera capa tiene 32 filtros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, esta genera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32 imágenes filtradas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Si estás imágenes se hacen pasar por una segunda capa convolucional, se considerará como si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la segunda capa recibe una imagen de 32 canales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. Por lo tanto,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el filtro de esa siguiente capa debe tener 32 canales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=32)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Si esta segunda capa tiene 64 filtros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𝑛𝑓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=64)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de tamaño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3 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 3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, la cantidad de parámetros de esa capa será.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𝑚𝑒𝑡𝑟𝑜𝑠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es-MX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MX" sz="2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2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sz="2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𝑛𝑓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MX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200" i="1">
                          <a:latin typeface="Cambria Math" panose="02040503050406030204" pitchFamily="18" charset="0"/>
                        </a:rPr>
                        <m:t>𝑛𝑓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=(3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3)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64 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 32+64=18496</m:t>
                      </m:r>
                    </m:oMath>
                  </m:oMathPara>
                </a14:m>
                <a:endParaRPr lang="es-MX" sz="22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96BA81AD-DF81-2188-6CEF-A9FE4B457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  <a:blipFill>
                <a:blip r:embed="rId2"/>
                <a:stretch>
                  <a:fillRect l="-1178" t="-1375" r="-4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30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8481-E242-F597-D9B8-14CC9EFC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DDBC8-0834-64DC-50EF-93B9576A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27717C9-D0DB-F7A8-8F1C-A6707D07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5C21D30F-2F70-6EA0-BD33-0B4E3DF813D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</p:spPr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Cantidad de operaciones:</a:t>
                </a: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La cantidad de multiplicaciones depende de las dimensiones del filtro y del tamaño de la imagen de salida.   </a:t>
                </a:r>
              </a:p>
              <a:p>
                <a:pPr lvl="2"/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Para cada elemento de la salida, se realizan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s-MX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s-MX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𝑛𝑐</m:t>
                        </m:r>
                      </m:e>
                    </m:d>
                  </m:oMath>
                </a14:m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 mutiplicaciones. En el ejemplo de arriba, tenemos </a:t>
                </a:r>
                <a:r>
                  <a:rPr lang="es-MX" sz="1800" b="1">
                    <a:latin typeface="Calibri" panose="020F0502020204030204" pitchFamily="34" charset="0"/>
                    <a:cs typeface="Calibri" panose="020F0502020204030204" pitchFamily="34" charset="0"/>
                  </a:rPr>
                  <a:t>un filtro </a:t>
                </a:r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de dimensiones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3 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</m:oMath>
                </a14:m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 y el tamaño resultante de la salida 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4,4</m:t>
                        </m:r>
                      </m:e>
                    </m:d>
                  </m:oMath>
                </a14:m>
                <a:r>
                  <a:rPr lang="es-MX" sz="1800">
                    <a:latin typeface="Calibri" panose="020F0502020204030204" pitchFamily="34" charset="0"/>
                    <a:cs typeface="Calibri" panose="020F0502020204030204" pitchFamily="34" charset="0"/>
                  </a:rPr>
                  <a:t>, entonces, la cantidad de multiplicaciones será: 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3 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MX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=144</m:t>
                    </m:r>
                  </m:oMath>
                </a14:m>
                <a:endParaRPr lang="es-MX" sz="18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2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En general, el # de operaciones (multiplicaciones) se calcula como: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𝑎𝑙𝑡𝑢𝑟𝑎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𝑎𝑛𝑐h𝑜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𝑛𝑓</m:t>
                      </m:r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5C21D30F-2F70-6EA0-BD33-0B4E3DF81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  <a:blipFill>
                <a:blip r:embed="rId2"/>
                <a:stretch>
                  <a:fillRect l="-1178" t="-1375" r="-1458" b="-58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4" descr="Output image">
            <a:extLst>
              <a:ext uri="{FF2B5EF4-FFF2-40B4-BE49-F238E27FC236}">
                <a16:creationId xmlns:a16="http://schemas.microsoft.com/office/drawing/2014/main" id="{5687A73A-F048-DE91-D560-6985ACDDC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662318"/>
            <a:ext cx="7776864" cy="205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767924A-E06B-9F52-2835-375204113B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312" t="5664"/>
          <a:stretch>
            <a:fillRect/>
          </a:stretch>
        </p:blipFill>
        <p:spPr>
          <a:xfrm>
            <a:off x="9048328" y="1441411"/>
            <a:ext cx="2157264" cy="22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58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E1AB-F65F-2750-9CCE-69673F6D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7258C-ACC7-DB4E-3AD2-B1723847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08196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Redes neuronales convolucionales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2120E5C-55DF-0B53-88BB-2C07E0EB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F757AF04-9770-58AA-9F1E-1857EFA05E6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</p:spPr>
            <p:txBody>
              <a:bodyPr/>
              <a:lstStyle/>
              <a:p>
                <a:r>
                  <a:rPr lang="es-MX" sz="2200">
                    <a:latin typeface="Calibri" panose="020F0502020204030204" pitchFamily="34" charset="0"/>
                    <a:cs typeface="Calibri" panose="020F0502020204030204" pitchFamily="34" charset="0"/>
                  </a:rPr>
                  <a:t>Si tenemos una imagen de entrada en formato RGB (tres canales, </a:t>
                </a:r>
                <a14:m>
                  <m:oMath xmlns:m="http://schemas.openxmlformats.org/officeDocument/2006/math"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𝒏𝒄</m:t>
                    </m:r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s-MX" sz="2200">
                    <a:latin typeface="Calibri" panose="020F0502020204030204" pitchFamily="34" charset="0"/>
                    <a:cs typeface="Calibri" panose="020F0502020204030204" pitchFamily="34" charset="0"/>
                  </a:rPr>
                  <a:t>) de tamaño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200" b="1" i="1" smtClean="0">
                            <a:latin typeface="Cambria Math" panose="02040503050406030204" pitchFamily="18" charset="0"/>
                          </a:rPr>
                          <m:t>𝟐𝟓𝟔</m:t>
                        </m:r>
                        <m:r>
                          <a:rPr lang="es-MX" sz="22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MX" sz="2200" b="1" i="1" smtClean="0">
                            <a:latin typeface="Cambria Math" panose="02040503050406030204" pitchFamily="18" charset="0"/>
                          </a:rPr>
                          <m:t>𝟐𝟓𝟔</m:t>
                        </m:r>
                      </m:e>
                    </m:d>
                  </m:oMath>
                </a14:m>
                <a:r>
                  <a:rPr lang="es-MX" sz="2200">
                    <a:latin typeface="Calibri" panose="020F0502020204030204" pitchFamily="34" charset="0"/>
                    <a:cs typeface="Calibri" panose="020F0502020204030204" pitchFamily="34" charset="0"/>
                  </a:rPr>
                  <a:t>, y en la primera capa de convolución tenemos 64 filtros </a:t>
                </a:r>
                <a14:m>
                  <m:oMath xmlns:m="http://schemas.openxmlformats.org/officeDocument/2006/math">
                    <m:r>
                      <a:rPr lang="es-MX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𝒏𝒇</m:t>
                    </m:r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200" b="1" i="1" smtClean="0">
                        <a:latin typeface="Cambria Math" panose="02040503050406030204" pitchFamily="18" charset="0"/>
                      </a:rPr>
                      <m:t>𝟔𝟒</m:t>
                    </m:r>
                    <m:r>
                      <a:rPr lang="es-MX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200">
                    <a:latin typeface="Calibri" panose="020F0502020204030204" pitchFamily="34" charset="0"/>
                    <a:cs typeface="Calibri" panose="020F0502020204030204" pitchFamily="34" charset="0"/>
                  </a:rPr>
                  <a:t>, ¿cuantas multiplicaciones se realizan para obtener la salida de esa capa?</a:t>
                </a: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Tamaño de la salida (altura, ancho):</a:t>
                </a:r>
              </a:p>
              <a:p>
                <a:endParaRPr lang="es-MX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La cantidad de multiplicaciones sería: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𝑛𝑐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𝑎𝑙𝑡𝑢𝑟𝑎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𝑎𝑛𝑐h𝑜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𝑛𝑓</m:t>
                      </m:r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6">
                <a:extLst>
                  <a:ext uri="{FF2B5EF4-FFF2-40B4-BE49-F238E27FC236}">
                    <a16:creationId xmlns:a16="http://schemas.microsoft.com/office/drawing/2014/main" id="{F757AF04-9770-58AA-9F1E-1857EFA05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99900" y="1078260"/>
                <a:ext cx="10868708" cy="4876800"/>
              </a:xfrm>
              <a:blipFill>
                <a:blip r:embed="rId3"/>
                <a:stretch>
                  <a:fillRect l="-785" t="-1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1EC1C18-FE37-F341-3C19-FB14EEBE3F54}"/>
                  </a:ext>
                </a:extLst>
              </p14:cNvPr>
              <p14:cNvContentPartPr/>
              <p14:nvPr/>
            </p14:nvContentPartPr>
            <p14:xfrm>
              <a:off x="1960582" y="3272400"/>
              <a:ext cx="66600" cy="4759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1EC1C18-FE37-F341-3C19-FB14EEBE3F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1942" y="3263400"/>
                <a:ext cx="8424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44406559-378D-482E-19E9-6BFA43252DA2}"/>
              </a:ext>
            </a:extLst>
          </p:cNvPr>
          <p:cNvGrpSpPr/>
          <p:nvPr/>
        </p:nvGrpSpPr>
        <p:grpSpPr>
          <a:xfrm>
            <a:off x="2113582" y="3329280"/>
            <a:ext cx="2116080" cy="396720"/>
            <a:chOff x="2110980" y="3420420"/>
            <a:chExt cx="211608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A68226F-FB7E-519A-5AF5-BB10A19A8258}"/>
                    </a:ext>
                  </a:extLst>
                </p14:cNvPr>
                <p14:cNvContentPartPr/>
                <p14:nvPr/>
              </p14:nvContentPartPr>
              <p14:xfrm>
                <a:off x="2110980" y="3424740"/>
                <a:ext cx="278280" cy="2714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A68226F-FB7E-519A-5AF5-BB10A19A82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1980" y="3416100"/>
                  <a:ext cx="295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AC39DEE-89E0-A314-4348-3761E28C2F21}"/>
                    </a:ext>
                  </a:extLst>
                </p14:cNvPr>
                <p14:cNvContentPartPr/>
                <p14:nvPr/>
              </p14:nvContentPartPr>
              <p14:xfrm>
                <a:off x="2483220" y="3472620"/>
                <a:ext cx="152280" cy="2106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AC39DEE-89E0-A314-4348-3761E28C2F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4220" y="3463980"/>
                  <a:ext cx="169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83484C4-8D25-00A3-DC6D-54CCEE4E715D}"/>
                    </a:ext>
                  </a:extLst>
                </p14:cNvPr>
                <p14:cNvContentPartPr/>
                <p14:nvPr/>
              </p14:nvContentPartPr>
              <p14:xfrm>
                <a:off x="2575020" y="3443100"/>
                <a:ext cx="175320" cy="259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83484C4-8D25-00A3-DC6D-54CCEE4E71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66020" y="3434460"/>
                  <a:ext cx="192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4FAA20D-2E5A-51A2-68C2-D16C6697A3B4}"/>
                    </a:ext>
                  </a:extLst>
                </p14:cNvPr>
                <p14:cNvContentPartPr/>
                <p14:nvPr/>
              </p14:nvContentPartPr>
              <p14:xfrm>
                <a:off x="2812620" y="3432660"/>
                <a:ext cx="208800" cy="28296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4FAA20D-2E5A-51A2-68C2-D16C6697A3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03980" y="3423660"/>
                  <a:ext cx="2264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C9926A4-84E9-5D7F-6E47-E28E475C577F}"/>
                    </a:ext>
                  </a:extLst>
                </p14:cNvPr>
                <p14:cNvContentPartPr/>
                <p14:nvPr/>
              </p14:nvContentPartPr>
              <p14:xfrm>
                <a:off x="3103500" y="3534180"/>
                <a:ext cx="140760" cy="190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C9926A4-84E9-5D7F-6E47-E28E475C577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94860" y="3525540"/>
                  <a:ext cx="158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E2DC15FB-15F7-25FD-51F3-0A284ED964A8}"/>
                    </a:ext>
                  </a:extLst>
                </p14:cNvPr>
                <p14:cNvContentPartPr/>
                <p14:nvPr/>
              </p14:nvContentPartPr>
              <p14:xfrm>
                <a:off x="3349380" y="3443100"/>
                <a:ext cx="185040" cy="22212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E2DC15FB-15F7-25FD-51F3-0A284ED964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40380" y="3434100"/>
                  <a:ext cx="202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6C27925-9330-60EE-A6DE-F37E25C1E009}"/>
                    </a:ext>
                  </a:extLst>
                </p14:cNvPr>
                <p14:cNvContentPartPr/>
                <p14:nvPr/>
              </p14:nvContentPartPr>
              <p14:xfrm>
                <a:off x="3720180" y="3483780"/>
                <a:ext cx="11520" cy="2048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6C27925-9330-60EE-A6DE-F37E25C1E0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11540" y="3475140"/>
                  <a:ext cx="29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B40B0739-1843-571A-4DE5-556E346E3CED}"/>
                    </a:ext>
                  </a:extLst>
                </p14:cNvPr>
                <p14:cNvContentPartPr/>
                <p14:nvPr/>
              </p14:nvContentPartPr>
              <p14:xfrm>
                <a:off x="3591660" y="3527340"/>
                <a:ext cx="281520" cy="878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B40B0739-1843-571A-4DE5-556E346E3C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83020" y="3518340"/>
                  <a:ext cx="299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E95B304-209E-00DF-F60B-3928E53364C2}"/>
                    </a:ext>
                  </a:extLst>
                </p14:cNvPr>
                <p14:cNvContentPartPr/>
                <p14:nvPr/>
              </p14:nvContentPartPr>
              <p14:xfrm>
                <a:off x="3993420" y="3420420"/>
                <a:ext cx="31320" cy="2660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E95B304-209E-00DF-F60B-3928E53364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84780" y="3411780"/>
                  <a:ext cx="48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0360B69-36E9-7C52-6DEB-3B59F7EC1D41}"/>
                    </a:ext>
                  </a:extLst>
                </p14:cNvPr>
                <p14:cNvContentPartPr/>
                <p14:nvPr/>
              </p14:nvContentPartPr>
              <p14:xfrm>
                <a:off x="4089900" y="3662340"/>
                <a:ext cx="137160" cy="15480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0360B69-36E9-7C52-6DEB-3B59F7EC1D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80900" y="3653700"/>
                  <a:ext cx="154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D3D9DB7C-4135-D7DF-3D9F-9D276176C5E1}"/>
              </a:ext>
            </a:extLst>
          </p:cNvPr>
          <p:cNvGrpSpPr/>
          <p:nvPr/>
        </p:nvGrpSpPr>
        <p:grpSpPr>
          <a:xfrm>
            <a:off x="4475182" y="3144600"/>
            <a:ext cx="3016080" cy="568800"/>
            <a:chOff x="4472580" y="3235740"/>
            <a:chExt cx="3016080" cy="5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FBE419D-C257-5874-EE28-5420B42EABF5}"/>
                    </a:ext>
                  </a:extLst>
                </p14:cNvPr>
                <p14:cNvContentPartPr/>
                <p14:nvPr/>
              </p14:nvContentPartPr>
              <p14:xfrm>
                <a:off x="4472580" y="3454620"/>
                <a:ext cx="200160" cy="2160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FBE419D-C257-5874-EE28-5420B42EAB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63940" y="3445980"/>
                  <a:ext cx="217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D721AC8-2F96-5C16-7EA6-53E4622740D7}"/>
                    </a:ext>
                  </a:extLst>
                </p14:cNvPr>
                <p14:cNvContentPartPr/>
                <p14:nvPr/>
              </p14:nvContentPartPr>
              <p14:xfrm>
                <a:off x="4809180" y="3454620"/>
                <a:ext cx="130680" cy="19404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D721AC8-2F96-5C16-7EA6-53E4622740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00180" y="3445620"/>
                  <a:ext cx="148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F963D3AD-670B-2F84-789D-F3921A20EF33}"/>
                    </a:ext>
                  </a:extLst>
                </p14:cNvPr>
                <p14:cNvContentPartPr/>
                <p14:nvPr/>
              </p14:nvContentPartPr>
              <p14:xfrm>
                <a:off x="4803420" y="3405660"/>
                <a:ext cx="238680" cy="4932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F963D3AD-670B-2F84-789D-F3921A20EF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4420" y="3397020"/>
                  <a:ext cx="256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087394FA-70F0-B7DA-3780-0384ECDD2243}"/>
                    </a:ext>
                  </a:extLst>
                </p14:cNvPr>
                <p14:cNvContentPartPr/>
                <p14:nvPr/>
              </p14:nvContentPartPr>
              <p14:xfrm>
                <a:off x="5075220" y="3367140"/>
                <a:ext cx="177840" cy="2595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087394FA-70F0-B7DA-3780-0384ECDD22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66220" y="3358500"/>
                  <a:ext cx="195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2F570F0-F53B-7801-500F-A593EA6EC19F}"/>
                    </a:ext>
                  </a:extLst>
                </p14:cNvPr>
                <p14:cNvContentPartPr/>
                <p14:nvPr/>
              </p14:nvContentPartPr>
              <p14:xfrm>
                <a:off x="5434500" y="3534900"/>
                <a:ext cx="74160" cy="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2F570F0-F53B-7801-500F-A593EA6EC1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25860" y="3525900"/>
                  <a:ext cx="91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3844F51-7690-0F13-CC57-080718980096}"/>
                    </a:ext>
                  </a:extLst>
                </p14:cNvPr>
                <p14:cNvContentPartPr/>
                <p14:nvPr/>
              </p14:nvContentPartPr>
              <p14:xfrm>
                <a:off x="5640420" y="3412140"/>
                <a:ext cx="263520" cy="2210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3844F51-7690-0F13-CC57-0807189800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31420" y="3403140"/>
                  <a:ext cx="281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ACBD14E2-65B8-3034-8BF0-D6ED4189EC82}"/>
                    </a:ext>
                  </a:extLst>
                </p14:cNvPr>
                <p14:cNvContentPartPr/>
                <p14:nvPr/>
              </p14:nvContentPartPr>
              <p14:xfrm>
                <a:off x="6010860" y="3421860"/>
                <a:ext cx="6480" cy="2322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ACBD14E2-65B8-3034-8BF0-D6ED4189EC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02220" y="3413220"/>
                  <a:ext cx="24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91F4D2F2-45C2-BA4A-953C-1E8245C6DEEB}"/>
                    </a:ext>
                  </a:extLst>
                </p14:cNvPr>
                <p14:cNvContentPartPr/>
                <p14:nvPr/>
              </p14:nvContentPartPr>
              <p14:xfrm>
                <a:off x="5952540" y="3516900"/>
                <a:ext cx="168480" cy="18360"/>
              </p14:xfrm>
            </p:contentPart>
          </mc:Choice>
          <mc:Fallback xmlns=""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91F4D2F2-45C2-BA4A-953C-1E8245C6DE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43540" y="3507900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E39976F-FBC7-26C7-3283-AB87953629E2}"/>
                    </a:ext>
                  </a:extLst>
                </p14:cNvPr>
                <p14:cNvContentPartPr/>
                <p14:nvPr/>
              </p14:nvContentPartPr>
              <p14:xfrm>
                <a:off x="6198420" y="3334740"/>
                <a:ext cx="208080" cy="30960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E39976F-FBC7-26C7-3283-AB87953629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89420" y="3326100"/>
                  <a:ext cx="2257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62F89F3-B674-1F3D-907E-8FC7648A3E80}"/>
                    </a:ext>
                  </a:extLst>
                </p14:cNvPr>
                <p14:cNvContentPartPr/>
                <p14:nvPr/>
              </p14:nvContentPartPr>
              <p14:xfrm>
                <a:off x="6400380" y="3264900"/>
                <a:ext cx="140400" cy="4356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62F89F3-B674-1F3D-907E-8FC7648A3E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91380" y="3256260"/>
                  <a:ext cx="1580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7BDDA108-B837-633B-8217-4D328A0931BC}"/>
                    </a:ext>
                  </a:extLst>
                </p14:cNvPr>
                <p14:cNvContentPartPr/>
                <p14:nvPr/>
              </p14:nvContentPartPr>
              <p14:xfrm>
                <a:off x="6745260" y="3439860"/>
                <a:ext cx="146520" cy="2952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7BDDA108-B837-633B-8217-4D328A0931B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36620" y="3431220"/>
                  <a:ext cx="164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85192A1E-56A8-EF78-FD42-49748EC428EA}"/>
                    </a:ext>
                  </a:extLst>
                </p14:cNvPr>
                <p14:cNvContentPartPr/>
                <p14:nvPr/>
              </p14:nvContentPartPr>
              <p14:xfrm>
                <a:off x="6730860" y="3597180"/>
                <a:ext cx="227520" cy="1800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85192A1E-56A8-EF78-FD42-49748EC428E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21860" y="3588180"/>
                  <a:ext cx="245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8AE58B1-F542-FB49-33DB-140806A9A76C}"/>
                    </a:ext>
                  </a:extLst>
                </p14:cNvPr>
                <p14:cNvContentPartPr/>
                <p14:nvPr/>
              </p14:nvContentPartPr>
              <p14:xfrm>
                <a:off x="7053780" y="3235740"/>
                <a:ext cx="202320" cy="5688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8AE58B1-F542-FB49-33DB-140806A9A76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45140" y="3226740"/>
                  <a:ext cx="21996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6BA6CCF-2045-5E65-AE06-F5674C647EA2}"/>
                    </a:ext>
                  </a:extLst>
                </p14:cNvPr>
                <p14:cNvContentPartPr/>
                <p14:nvPr/>
              </p14:nvContentPartPr>
              <p14:xfrm>
                <a:off x="7258620" y="3337620"/>
                <a:ext cx="230040" cy="28404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6BA6CCF-2045-5E65-AE06-F5674C647E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49620" y="3328980"/>
                  <a:ext cx="24768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4B9D6FE4-7C20-BBD8-779C-C9936280AF93}"/>
              </a:ext>
            </a:extLst>
          </p:cNvPr>
          <p:cNvGrpSpPr/>
          <p:nvPr/>
        </p:nvGrpSpPr>
        <p:grpSpPr>
          <a:xfrm>
            <a:off x="7628062" y="3217320"/>
            <a:ext cx="687600" cy="353520"/>
            <a:chOff x="7625460" y="3308460"/>
            <a:chExt cx="68760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ED0ADDF2-74EA-8DA4-03DB-D81725FFD88C}"/>
                    </a:ext>
                  </a:extLst>
                </p14:cNvPr>
                <p14:cNvContentPartPr/>
                <p14:nvPr/>
              </p14:nvContentPartPr>
              <p14:xfrm>
                <a:off x="7625460" y="3370740"/>
                <a:ext cx="176400" cy="22392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ED0ADDF2-74EA-8DA4-03DB-D81725FFD8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16460" y="3361740"/>
                  <a:ext cx="194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6ED0B381-06F9-33A3-D595-F633A6DDC8FB}"/>
                    </a:ext>
                  </a:extLst>
                </p14:cNvPr>
                <p14:cNvContentPartPr/>
                <p14:nvPr/>
              </p14:nvContentPartPr>
              <p14:xfrm>
                <a:off x="7725540" y="3345180"/>
                <a:ext cx="360" cy="360"/>
              </p14:xfrm>
            </p:contentPart>
          </mc:Choice>
          <mc:Fallback xmlns=""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6ED0B381-06F9-33A3-D595-F633A6DDC8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16900" y="33361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72450FF1-D020-FB89-690A-53FBBF6D8BB5}"/>
                    </a:ext>
                  </a:extLst>
                </p14:cNvPr>
                <p14:cNvContentPartPr/>
                <p14:nvPr/>
              </p14:nvContentPartPr>
              <p14:xfrm>
                <a:off x="7688820" y="3315300"/>
                <a:ext cx="184320" cy="3024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72450FF1-D020-FB89-690A-53FBBF6D8B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0180" y="3306300"/>
                  <a:ext cx="201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9854BE73-447C-B1CD-6AFA-165C69BE32C0}"/>
                    </a:ext>
                  </a:extLst>
                </p14:cNvPr>
                <p14:cNvContentPartPr/>
                <p14:nvPr/>
              </p14:nvContentPartPr>
              <p14:xfrm>
                <a:off x="7910220" y="3308460"/>
                <a:ext cx="143640" cy="1746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9854BE73-447C-B1CD-6AFA-165C69BE32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01580" y="3299820"/>
                  <a:ext cx="161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5F819F46-78FC-01A3-4409-47C404978BFB}"/>
                    </a:ext>
                  </a:extLst>
                </p14:cNvPr>
                <p14:cNvContentPartPr/>
                <p14:nvPr/>
              </p14:nvContentPartPr>
              <p14:xfrm>
                <a:off x="7939380" y="3326820"/>
                <a:ext cx="142920" cy="33516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5F819F46-78FC-01A3-4409-47C404978B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30740" y="3318180"/>
                  <a:ext cx="160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94FCD9A-5DB1-30B8-C53F-6282D2B06340}"/>
                    </a:ext>
                  </a:extLst>
                </p14:cNvPr>
                <p14:cNvContentPartPr/>
                <p14:nvPr/>
              </p14:nvContentPartPr>
              <p14:xfrm>
                <a:off x="8245020" y="3545700"/>
                <a:ext cx="68040" cy="1159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94FCD9A-5DB1-30B8-C53F-6282D2B063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36380" y="3537060"/>
                  <a:ext cx="856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5F8A0A50-CEFA-8600-CE6D-6F8BDA5031A1}"/>
              </a:ext>
            </a:extLst>
          </p:cNvPr>
          <p:cNvGrpSpPr/>
          <p:nvPr/>
        </p:nvGrpSpPr>
        <p:grpSpPr>
          <a:xfrm>
            <a:off x="8521222" y="3093480"/>
            <a:ext cx="1006200" cy="663840"/>
            <a:chOff x="8518620" y="3184620"/>
            <a:chExt cx="1006200" cy="66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3FA2FD7-DF80-C865-C527-463BA02D8D60}"/>
                    </a:ext>
                  </a:extLst>
                </p14:cNvPr>
                <p14:cNvContentPartPr/>
                <p14:nvPr/>
              </p14:nvContentPartPr>
              <p14:xfrm>
                <a:off x="8518620" y="3298740"/>
                <a:ext cx="183600" cy="2505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3FA2FD7-DF80-C865-C527-463BA02D8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09980" y="3290100"/>
                  <a:ext cx="201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EF207A8F-F736-F58C-AE9F-F72040EF74DC}"/>
                    </a:ext>
                  </a:extLst>
                </p14:cNvPr>
                <p14:cNvContentPartPr/>
                <p14:nvPr/>
              </p14:nvContentPartPr>
              <p14:xfrm>
                <a:off x="8813100" y="3279300"/>
                <a:ext cx="183240" cy="27576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EF207A8F-F736-F58C-AE9F-F72040EF74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04100" y="3270660"/>
                  <a:ext cx="200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A9F23A91-FA70-33C2-A070-324222879C5E}"/>
                    </a:ext>
                  </a:extLst>
                </p14:cNvPr>
                <p14:cNvContentPartPr/>
                <p14:nvPr/>
              </p14:nvContentPartPr>
              <p14:xfrm>
                <a:off x="8856300" y="3259860"/>
                <a:ext cx="216360" cy="2376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A9F23A91-FA70-33C2-A070-324222879C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47660" y="3250860"/>
                  <a:ext cx="234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4DE39B42-2910-A204-FE4F-634651363443}"/>
                    </a:ext>
                  </a:extLst>
                </p14:cNvPr>
                <p14:cNvContentPartPr/>
                <p14:nvPr/>
              </p14:nvContentPartPr>
              <p14:xfrm>
                <a:off x="9107220" y="3277500"/>
                <a:ext cx="182880" cy="11736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4DE39B42-2910-A204-FE4F-6346513634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98580" y="3268500"/>
                  <a:ext cx="200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80E77CE-490B-6F43-FAFC-7BB1DCCC579E}"/>
                    </a:ext>
                  </a:extLst>
                </p14:cNvPr>
                <p14:cNvContentPartPr/>
                <p14:nvPr/>
              </p14:nvContentPartPr>
              <p14:xfrm>
                <a:off x="9190020" y="3283260"/>
                <a:ext cx="111240" cy="30888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80E77CE-490B-6F43-FAFC-7BB1DCCC579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181380" y="3274260"/>
                  <a:ext cx="1288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9BA63B11-8E25-776A-F861-371A387DDEFF}"/>
                    </a:ext>
                  </a:extLst>
                </p14:cNvPr>
                <p14:cNvContentPartPr/>
                <p14:nvPr/>
              </p14:nvContentPartPr>
              <p14:xfrm>
                <a:off x="9524460" y="3290460"/>
                <a:ext cx="360" cy="36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9BA63B11-8E25-776A-F861-371A387DDE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15820" y="32814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E670D8C7-EBC3-A8B2-D882-864B5B01748E}"/>
                    </a:ext>
                  </a:extLst>
                </p14:cNvPr>
                <p14:cNvContentPartPr/>
                <p14:nvPr/>
              </p14:nvContentPartPr>
              <p14:xfrm>
                <a:off x="9293340" y="3184620"/>
                <a:ext cx="229320" cy="66384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E670D8C7-EBC3-A8B2-D882-864B5B0174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84700" y="3175980"/>
                  <a:ext cx="246960" cy="68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2DCC2616-9EC7-C31A-23E3-A107EB26C868}"/>
                  </a:ext>
                </a:extLst>
              </p14:cNvPr>
              <p14:cNvContentPartPr/>
              <p14:nvPr/>
            </p14:nvContentPartPr>
            <p14:xfrm>
              <a:off x="1810822" y="5117040"/>
              <a:ext cx="165960" cy="63576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2DCC2616-9EC7-C31A-23E3-A107EB26C86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01822" y="5108040"/>
                <a:ext cx="183600" cy="65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upo 77">
            <a:extLst>
              <a:ext uri="{FF2B5EF4-FFF2-40B4-BE49-F238E27FC236}">
                <a16:creationId xmlns:a16="http://schemas.microsoft.com/office/drawing/2014/main" id="{6B91E1C4-9487-790B-E408-9B9D8C8DD6CA}"/>
              </a:ext>
            </a:extLst>
          </p:cNvPr>
          <p:cNvGrpSpPr/>
          <p:nvPr/>
        </p:nvGrpSpPr>
        <p:grpSpPr>
          <a:xfrm>
            <a:off x="1879582" y="5112000"/>
            <a:ext cx="2450880" cy="604080"/>
            <a:chOff x="1879582" y="4831582"/>
            <a:chExt cx="2450880" cy="60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7D1817FE-3486-F5E2-EB0C-E60B0E00B8E2}"/>
                    </a:ext>
                  </a:extLst>
                </p14:cNvPr>
                <p14:cNvContentPartPr/>
                <p14:nvPr/>
              </p14:nvContentPartPr>
              <p14:xfrm>
                <a:off x="1879582" y="4979182"/>
                <a:ext cx="365760" cy="41004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7D1817FE-3486-F5E2-EB0C-E60B0E00B8E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870582" y="4970182"/>
                  <a:ext cx="3834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3CA70AA5-50D4-C491-316E-71764EE56639}"/>
                    </a:ext>
                  </a:extLst>
                </p14:cNvPr>
                <p14:cNvContentPartPr/>
                <p14:nvPr/>
              </p14:nvContentPartPr>
              <p14:xfrm>
                <a:off x="2415982" y="5041822"/>
                <a:ext cx="256680" cy="31608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3CA70AA5-50D4-C491-316E-71764EE5663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06982" y="5033182"/>
                  <a:ext cx="274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A7A729D-1359-88D6-2D8E-F656E87A15CC}"/>
                    </a:ext>
                  </a:extLst>
                </p14:cNvPr>
                <p14:cNvContentPartPr/>
                <p14:nvPr/>
              </p14:nvContentPartPr>
              <p14:xfrm>
                <a:off x="2389342" y="5100862"/>
                <a:ext cx="261720" cy="22320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A7A729D-1359-88D6-2D8E-F656E87A15C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380702" y="5092222"/>
                  <a:ext cx="279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A8629C9-2507-F545-C482-C3B41561E29D}"/>
                    </a:ext>
                  </a:extLst>
                </p14:cNvPr>
                <p14:cNvContentPartPr/>
                <p14:nvPr/>
              </p14:nvContentPartPr>
              <p14:xfrm>
                <a:off x="2829982" y="4986382"/>
                <a:ext cx="284040" cy="3765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A8629C9-2507-F545-C482-C3B41561E29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20982" y="4977742"/>
                  <a:ext cx="3016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1F4A6C2-B549-7A71-DEF5-89ABFF8D756D}"/>
                    </a:ext>
                  </a:extLst>
                </p14:cNvPr>
                <p14:cNvContentPartPr/>
                <p14:nvPr/>
              </p14:nvContentPartPr>
              <p14:xfrm>
                <a:off x="3220582" y="5036422"/>
                <a:ext cx="245880" cy="30564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1F4A6C2-B549-7A71-DEF5-89ABFF8D756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11942" y="5027422"/>
                  <a:ext cx="263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5EC362D-F4B9-6842-E6A3-53A3EEF6F84C}"/>
                    </a:ext>
                  </a:extLst>
                </p14:cNvPr>
                <p14:cNvContentPartPr/>
                <p14:nvPr/>
              </p14:nvContentPartPr>
              <p14:xfrm>
                <a:off x="3226702" y="5090422"/>
                <a:ext cx="280800" cy="31176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5EC362D-F4B9-6842-E6A3-53A3EEF6F84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218062" y="5081422"/>
                  <a:ext cx="2984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10801F11-B1D7-3947-B304-F98609CC8693}"/>
                    </a:ext>
                  </a:extLst>
                </p14:cNvPr>
                <p14:cNvContentPartPr/>
                <p14:nvPr/>
              </p14:nvContentPartPr>
              <p14:xfrm>
                <a:off x="3704062" y="4980982"/>
                <a:ext cx="331560" cy="36000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10801F11-B1D7-3947-B304-F98609CC869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695062" y="4971982"/>
                  <a:ext cx="3492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03103176-4022-2426-3CF1-FE6ED368A813}"/>
                    </a:ext>
                  </a:extLst>
                </p14:cNvPr>
                <p14:cNvContentPartPr/>
                <p14:nvPr/>
              </p14:nvContentPartPr>
              <p14:xfrm>
                <a:off x="4113382" y="4831582"/>
                <a:ext cx="217080" cy="60408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03103176-4022-2426-3CF1-FE6ED368A81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04382" y="4822582"/>
                  <a:ext cx="234720" cy="62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401B6586-375E-CBE2-F350-DC5E47317104}"/>
              </a:ext>
            </a:extLst>
          </p:cNvPr>
          <p:cNvGrpSpPr/>
          <p:nvPr/>
        </p:nvGrpSpPr>
        <p:grpSpPr>
          <a:xfrm>
            <a:off x="4566622" y="5127480"/>
            <a:ext cx="2285640" cy="626760"/>
            <a:chOff x="4566622" y="4847062"/>
            <a:chExt cx="228564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789AEAED-EF3C-D532-E51C-87D4C2F85E2F}"/>
                    </a:ext>
                  </a:extLst>
                </p14:cNvPr>
                <p14:cNvContentPartPr/>
                <p14:nvPr/>
              </p14:nvContentPartPr>
              <p14:xfrm>
                <a:off x="4566622" y="5025622"/>
                <a:ext cx="172800" cy="2973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789AEAED-EF3C-D532-E51C-87D4C2F85E2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57622" y="5016622"/>
                  <a:ext cx="190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A5BC9D91-2725-025B-D37F-92F9DFA38DF1}"/>
                    </a:ext>
                  </a:extLst>
                </p14:cNvPr>
                <p14:cNvContentPartPr/>
                <p14:nvPr/>
              </p14:nvContentPartPr>
              <p14:xfrm>
                <a:off x="4586422" y="5063422"/>
                <a:ext cx="190800" cy="2437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A5BC9D91-2725-025B-D37F-92F9DFA38DF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77782" y="5054422"/>
                  <a:ext cx="208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AE89A755-0FD8-6610-B2BE-0994A531F1A5}"/>
                    </a:ext>
                  </a:extLst>
                </p14:cNvPr>
                <p14:cNvContentPartPr/>
                <p14:nvPr/>
              </p14:nvContentPartPr>
              <p14:xfrm>
                <a:off x="4933102" y="4847062"/>
                <a:ext cx="129960" cy="62676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AE89A755-0FD8-6610-B2BE-0994A531F1A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924102" y="4838422"/>
                  <a:ext cx="1476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2C81F68C-A843-6A06-DAEE-8B3B23AE26D0}"/>
                    </a:ext>
                  </a:extLst>
                </p14:cNvPr>
                <p14:cNvContentPartPr/>
                <p14:nvPr/>
              </p14:nvContentPartPr>
              <p14:xfrm>
                <a:off x="5192662" y="4968022"/>
                <a:ext cx="273600" cy="3009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2C81F68C-A843-6A06-DAEE-8B3B23AE26D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83662" y="4959022"/>
                  <a:ext cx="2912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2DED9DE9-F61A-862E-47D8-58FA9A02FEF4}"/>
                    </a:ext>
                  </a:extLst>
                </p14:cNvPr>
                <p14:cNvContentPartPr/>
                <p14:nvPr/>
              </p14:nvContentPartPr>
              <p14:xfrm>
                <a:off x="5641222" y="4998622"/>
                <a:ext cx="193320" cy="26784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2DED9DE9-F61A-862E-47D8-58FA9A02FEF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32222" y="4989622"/>
                  <a:ext cx="2109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69D2FDEF-C769-EDC5-BC59-35AAC109F178}"/>
                    </a:ext>
                  </a:extLst>
                </p14:cNvPr>
                <p14:cNvContentPartPr/>
                <p14:nvPr/>
              </p14:nvContentPartPr>
              <p14:xfrm>
                <a:off x="5751022" y="4971262"/>
                <a:ext cx="155520" cy="2232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69D2FDEF-C769-EDC5-BC59-35AAC109F17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742022" y="4962262"/>
                  <a:ext cx="173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DA77096-9B01-4D18-C73D-B8453FDFEEA8}"/>
                    </a:ext>
                  </a:extLst>
                </p14:cNvPr>
                <p14:cNvContentPartPr/>
                <p14:nvPr/>
              </p14:nvContentPartPr>
              <p14:xfrm>
                <a:off x="6370942" y="4960822"/>
                <a:ext cx="360" cy="36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DA77096-9B01-4D18-C73D-B8453FDFEE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61942" y="49521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CFD76E74-F11D-F2E6-F31C-B26DA86E2BB0}"/>
                    </a:ext>
                  </a:extLst>
                </p14:cNvPr>
                <p14:cNvContentPartPr/>
                <p14:nvPr/>
              </p14:nvContentPartPr>
              <p14:xfrm>
                <a:off x="6019222" y="4944622"/>
                <a:ext cx="264600" cy="25128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CFD76E74-F11D-F2E6-F31C-B26DA86E2B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10222" y="4935622"/>
                  <a:ext cx="282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E9A885AF-BBBC-BB60-8A9B-D5B9A5544CFA}"/>
                    </a:ext>
                  </a:extLst>
                </p14:cNvPr>
                <p14:cNvContentPartPr/>
                <p14:nvPr/>
              </p14:nvContentPartPr>
              <p14:xfrm>
                <a:off x="6184462" y="4928062"/>
                <a:ext cx="197280" cy="4899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E9A885AF-BBBC-BB60-8A9B-D5B9A5544C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75822" y="4919422"/>
                  <a:ext cx="21492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213A159-D44F-80A4-D639-B815E6C40BCD}"/>
                    </a:ext>
                  </a:extLst>
                </p14:cNvPr>
                <p14:cNvContentPartPr/>
                <p14:nvPr/>
              </p14:nvContentPartPr>
              <p14:xfrm>
                <a:off x="6519982" y="5004382"/>
                <a:ext cx="291600" cy="37116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213A159-D44F-80A4-D639-B815E6C40BC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11342" y="4995382"/>
                  <a:ext cx="3092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CB1AB56B-3E98-8A18-7B3A-DD0429AD1422}"/>
                    </a:ext>
                  </a:extLst>
                </p14:cNvPr>
                <p14:cNvContentPartPr/>
                <p14:nvPr/>
              </p14:nvContentPartPr>
              <p14:xfrm>
                <a:off x="6566782" y="5046862"/>
                <a:ext cx="285480" cy="2343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CB1AB56B-3E98-8A18-7B3A-DD0429AD14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58142" y="5038222"/>
                  <a:ext cx="30312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A48B1CFE-77B1-21E9-EBE7-DBDF7EBAFCA9}"/>
              </a:ext>
            </a:extLst>
          </p:cNvPr>
          <p:cNvGrpSpPr/>
          <p:nvPr/>
        </p:nvGrpSpPr>
        <p:grpSpPr>
          <a:xfrm>
            <a:off x="7069702" y="5085000"/>
            <a:ext cx="1186920" cy="776880"/>
            <a:chOff x="7069702" y="4804582"/>
            <a:chExt cx="1186920" cy="77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62CCD56B-764E-42EB-8768-CF67BC7037CB}"/>
                    </a:ext>
                  </a:extLst>
                </p14:cNvPr>
                <p14:cNvContentPartPr/>
                <p14:nvPr/>
              </p14:nvContentPartPr>
              <p14:xfrm>
                <a:off x="7069702" y="4926262"/>
                <a:ext cx="185400" cy="3006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62CCD56B-764E-42EB-8768-CF67BC7037C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60702" y="4917262"/>
                  <a:ext cx="2030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7AC06F8D-93D5-AFD3-981D-05AE743DD76A}"/>
                    </a:ext>
                  </a:extLst>
                </p14:cNvPr>
                <p14:cNvContentPartPr/>
                <p14:nvPr/>
              </p14:nvContentPartPr>
              <p14:xfrm>
                <a:off x="7333582" y="4911862"/>
                <a:ext cx="267480" cy="34128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7AC06F8D-93D5-AFD3-981D-05AE743DD76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24942" y="4903222"/>
                  <a:ext cx="285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90596FD2-8FC2-610A-AC3F-390702C92095}"/>
                    </a:ext>
                  </a:extLst>
                </p14:cNvPr>
                <p14:cNvContentPartPr/>
                <p14:nvPr/>
              </p14:nvContentPartPr>
              <p14:xfrm>
                <a:off x="7491262" y="4907542"/>
                <a:ext cx="142200" cy="1044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90596FD2-8FC2-610A-AC3F-390702C9209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82262" y="4898542"/>
                  <a:ext cx="159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8790AE1D-B0B6-5D4B-C866-067B2EABCB2D}"/>
                    </a:ext>
                  </a:extLst>
                </p14:cNvPr>
                <p14:cNvContentPartPr/>
                <p14:nvPr/>
              </p14:nvContentPartPr>
              <p14:xfrm>
                <a:off x="7722022" y="4911862"/>
                <a:ext cx="253440" cy="48600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8790AE1D-B0B6-5D4B-C866-067B2EABCB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13382" y="4903222"/>
                  <a:ext cx="2710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A9AE5CE3-E82D-598D-CD9A-5AC98E5A93F8}"/>
                    </a:ext>
                  </a:extLst>
                </p14:cNvPr>
                <p14:cNvContentPartPr/>
                <p14:nvPr/>
              </p14:nvContentPartPr>
              <p14:xfrm>
                <a:off x="7939102" y="4804582"/>
                <a:ext cx="317520" cy="77688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A9AE5CE3-E82D-598D-CD9A-5AC98E5A93F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30102" y="4795582"/>
                  <a:ext cx="335160" cy="79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7CBB25E0-ECE0-0101-392C-82F7BC3E2D3F}"/>
              </a:ext>
            </a:extLst>
          </p:cNvPr>
          <p:cNvGrpSpPr/>
          <p:nvPr/>
        </p:nvGrpSpPr>
        <p:grpSpPr>
          <a:xfrm>
            <a:off x="8418622" y="5187240"/>
            <a:ext cx="1230480" cy="447120"/>
            <a:chOff x="8418622" y="4906822"/>
            <a:chExt cx="1230480" cy="4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35801E4B-8880-9A41-F692-850F9ABAE192}"/>
                    </a:ext>
                  </a:extLst>
                </p14:cNvPr>
                <p14:cNvContentPartPr/>
                <p14:nvPr/>
              </p14:nvContentPartPr>
              <p14:xfrm>
                <a:off x="8418622" y="5036422"/>
                <a:ext cx="198720" cy="27180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35801E4B-8880-9A41-F692-850F9ABAE19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09982" y="5027422"/>
                  <a:ext cx="2163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CCF0FFD7-5C2E-E0CF-8865-1B785366C72B}"/>
                    </a:ext>
                  </a:extLst>
                </p14:cNvPr>
                <p14:cNvContentPartPr/>
                <p14:nvPr/>
              </p14:nvContentPartPr>
              <p14:xfrm>
                <a:off x="8470102" y="5079622"/>
                <a:ext cx="236520" cy="27432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CCF0FFD7-5C2E-E0CF-8865-1B785366C72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61462" y="5070982"/>
                  <a:ext cx="254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CB9A0CA4-C523-1A84-97ED-D94BC249D65A}"/>
                    </a:ext>
                  </a:extLst>
                </p14:cNvPr>
                <p14:cNvContentPartPr/>
                <p14:nvPr/>
              </p14:nvContentPartPr>
              <p14:xfrm>
                <a:off x="8746582" y="4906822"/>
                <a:ext cx="368640" cy="42984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CB9A0CA4-C523-1A84-97ED-D94BC249D6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37582" y="4898182"/>
                  <a:ext cx="3862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F24B08CE-1802-AF08-029F-A2137CEDEDA0}"/>
                    </a:ext>
                  </a:extLst>
                </p14:cNvPr>
                <p14:cNvContentPartPr/>
                <p14:nvPr/>
              </p14:nvContentPartPr>
              <p14:xfrm>
                <a:off x="9287662" y="4920862"/>
                <a:ext cx="361440" cy="4165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F24B08CE-1802-AF08-029F-A2137CEDED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79022" y="4911862"/>
                  <a:ext cx="379080" cy="43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41B61581-7917-9AEE-7BAF-B9D089DCD941}"/>
                  </a:ext>
                </a:extLst>
              </p14:cNvPr>
              <p14:cNvContentPartPr/>
              <p14:nvPr/>
            </p14:nvContentPartPr>
            <p14:xfrm>
              <a:off x="9949702" y="5338440"/>
              <a:ext cx="259560" cy="16200"/>
            </p14:xfrm>
          </p:contentPart>
        </mc:Choice>
        <mc:Fallback xmlns=""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41B61581-7917-9AEE-7BAF-B9D089DCD94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940702" y="5329440"/>
                <a:ext cx="2772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471B2427-08DC-72BF-8BF3-3F72E47D6E26}"/>
                  </a:ext>
                </a:extLst>
              </p14:cNvPr>
              <p14:cNvContentPartPr/>
              <p14:nvPr/>
            </p14:nvContentPartPr>
            <p14:xfrm>
              <a:off x="9989957" y="5573880"/>
              <a:ext cx="267480" cy="13680"/>
            </p14:xfrm>
          </p:contentPart>
        </mc:Choice>
        <mc:Fallback xmlns=""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471B2427-08DC-72BF-8BF3-3F72E47D6E2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980957" y="5564880"/>
                <a:ext cx="285120" cy="3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3857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F5CEB-2C58-8D08-992C-E096DD3C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Padding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4B0C6E-2E14-B9AE-2259-5D3258C1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90960"/>
            <a:ext cx="10363200" cy="4876800"/>
          </a:xfrm>
        </p:spPr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En una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capa de convolución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, el 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consiste en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añadir filas y columnas extra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alrededor de la imagen o mapa de características antes de aplicar el filtro. </a:t>
            </a:r>
          </a:p>
          <a:p>
            <a:pPr lvl="1"/>
            <a:r>
              <a:rPr lang="es-MX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Esto se hace para controlar el </a:t>
            </a:r>
            <a:r>
              <a:rPr lang="es-MX" sz="20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tamaño de la salida</a:t>
            </a:r>
            <a:r>
              <a:rPr lang="es-MX" sz="2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cómo se procesan los bordes. </a:t>
            </a:r>
          </a:p>
          <a:p>
            <a:endParaRPr lang="es-MX" sz="20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Objetivos principales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Controlar el tamaño de la salida</a:t>
            </a:r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Sin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, la salida es más pequeña que la entrada (el filtro no sale del borde).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Con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 apropiado (</a:t>
            </a:r>
            <a:r>
              <a:rPr lang="es-MX" sz="18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), la salida puede tener </a:t>
            </a:r>
            <a:r>
              <a:rPr lang="es-MX" sz="1800" b="1">
                <a:latin typeface="Calibri" panose="020F0502020204030204" pitchFamily="34" charset="0"/>
                <a:cs typeface="Calibri" panose="020F0502020204030204" pitchFamily="34" charset="0"/>
              </a:rPr>
              <a:t>el mismo tamaño que la entrada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Preservar información de los bordes</a:t>
            </a:r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Si no hay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, los píxeles de los bordes participan en menos operaciones y su información puede perderse.</a:t>
            </a:r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Facilitar ciertas arquitecturas</a:t>
            </a:r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En redes profundas, mantener el tamaño constante simplifica el diseño.</a:t>
            </a:r>
          </a:p>
          <a:p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134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F0D5-BFB4-3DCF-0A02-2023A84C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2966C-70B1-C34C-5AC8-0A1C29F1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4E67D0-C11F-8EAF-CA1F-00E26B9B2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1090960"/>
                <a:ext cx="10363200" cy="4876800"/>
              </a:xfrm>
            </p:spPr>
            <p:txBody>
              <a:bodyPr/>
              <a:lstStyle/>
              <a:p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Tipos comunes de </a:t>
                </a:r>
                <a:r>
                  <a:rPr lang="es-MX" b="1" i="1">
                    <a:latin typeface="Calibri" panose="020F0502020204030204" pitchFamily="34" charset="0"/>
                    <a:cs typeface="Calibri" panose="020F0502020204030204" pitchFamily="34" charset="0"/>
                  </a:rPr>
                  <a:t>padding</a:t>
                </a:r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 b="1">
                    <a:latin typeface="Calibri" panose="020F0502020204030204" pitchFamily="34" charset="0"/>
                    <a:cs typeface="Calibri" panose="020F0502020204030204" pitchFamily="34" charset="0"/>
                  </a:rPr>
                  <a:t>Valid </a:t>
                </a:r>
                <a:r>
                  <a:rPr lang="es-MX" sz="2000" b="1" i="1">
                    <a:latin typeface="Calibri" panose="020F0502020204030204" pitchFamily="34" charset="0"/>
                    <a:cs typeface="Calibri" panose="020F0502020204030204" pitchFamily="34" charset="0"/>
                  </a:rPr>
                  <a:t>padding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(“sin relleno”)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No se añade nada.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Salida más pequeña que la entrada.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Fórmula de salida (stride=1):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𝑠𝑖𝑧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𝑠𝑖𝑧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sz="2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 b="1">
                    <a:latin typeface="Calibri" panose="020F0502020204030204" pitchFamily="34" charset="0"/>
                    <a:cs typeface="Calibri" panose="020F0502020204030204" pitchFamily="34" charset="0"/>
                  </a:rPr>
                  <a:t>Same </a:t>
                </a:r>
                <a:r>
                  <a:rPr lang="es-MX" sz="2000" b="1" i="1">
                    <a:latin typeface="Calibri" panose="020F0502020204030204" pitchFamily="34" charset="0"/>
                    <a:cs typeface="Calibri" panose="020F0502020204030204" pitchFamily="34" charset="0"/>
                  </a:rPr>
                  <a:t>padding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(“relleno para igualar”)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Se añade el número de filas y columnas necesarias para que la salida tenga el mismo tamaño que la entrada.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Para filtros de tamaño impar (</a:t>
                </a:r>
                <a:r>
                  <a:rPr lang="es-MX" sz="2000" i="1">
                    <a:latin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), el </a:t>
                </a:r>
                <a:r>
                  <a:rPr lang="es-MX" sz="2000" i="1">
                    <a:latin typeface="Calibri" panose="020F0502020204030204" pitchFamily="34" charset="0"/>
                    <a:cs typeface="Calibri" panose="020F0502020204030204" pitchFamily="34" charset="0"/>
                  </a:rPr>
                  <a:t>padding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suele ser:</a:t>
                </a:r>
              </a:p>
              <a:p>
                <a:pPr lvl="2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64E67D0-C11F-8EAF-CA1F-00E26B9B2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090960"/>
                <a:ext cx="10363200" cy="4876800"/>
              </a:xfrm>
              <a:blipFill>
                <a:blip r:embed="rId2"/>
                <a:stretch>
                  <a:fillRect l="-941" t="-1125" b="-26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95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38489-2263-F2D2-F9FC-5A74DC40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Padding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9917B-1F90-0F44-08ED-DC188C04E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Ejemplo de </a:t>
            </a:r>
            <a:r>
              <a:rPr lang="es-MX" i="1"/>
              <a:t>padding</a:t>
            </a:r>
            <a:r>
              <a:rPr lang="es-MX"/>
              <a:t>:</a:t>
            </a:r>
          </a:p>
        </p:txBody>
      </p:sp>
      <p:pic>
        <p:nvPicPr>
          <p:cNvPr id="11266" name="Picture 2" descr="Output image">
            <a:extLst>
              <a:ext uri="{FF2B5EF4-FFF2-40B4-BE49-F238E27FC236}">
                <a16:creationId xmlns:a16="http://schemas.microsoft.com/office/drawing/2014/main" id="{FE9D9F0B-A14D-1240-60E3-602F3E5F9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916832"/>
            <a:ext cx="5040560" cy="278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3DB290F-E0E6-B19F-3A1D-E0233D73C672}"/>
              </a:ext>
            </a:extLst>
          </p:cNvPr>
          <p:cNvSpPr txBox="1"/>
          <p:nvPr/>
        </p:nvSpPr>
        <p:spPr>
          <a:xfrm>
            <a:off x="55771" y="4745507"/>
            <a:ext cx="59300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Padding “same” para el caso de un kernel (3, 3)</a:t>
            </a:r>
          </a:p>
          <a:p>
            <a:pPr algn="ctr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agrega un pixel (valor cero) a cada lado de la imagen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AA72158-57A1-9810-8E17-320BC869C7E6}"/>
                  </a:ext>
                </a:extLst>
              </p:cNvPr>
              <p:cNvSpPr txBox="1"/>
              <p:nvPr/>
            </p:nvSpPr>
            <p:spPr>
              <a:xfrm>
                <a:off x="771301" y="5498603"/>
                <a:ext cx="3746400" cy="791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3−1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MX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AA72158-57A1-9810-8E17-320BC869C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01" y="5498603"/>
                <a:ext cx="3746400" cy="7911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8" name="Picture 4" descr="Output image">
            <a:extLst>
              <a:ext uri="{FF2B5EF4-FFF2-40B4-BE49-F238E27FC236}">
                <a16:creationId xmlns:a16="http://schemas.microsoft.com/office/drawing/2014/main" id="{2A428A89-F3A2-4C72-00A1-8EB3BF159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208" y="1973104"/>
            <a:ext cx="5486400" cy="2768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B4A6033-A54C-F56B-BEE2-7ADCDFEF14AD}"/>
              </a:ext>
            </a:extLst>
          </p:cNvPr>
          <p:cNvSpPr txBox="1"/>
          <p:nvPr/>
        </p:nvSpPr>
        <p:spPr>
          <a:xfrm>
            <a:off x="6245623" y="4700297"/>
            <a:ext cx="52743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Padding “same” para el caso de un kernel (5, 5)</a:t>
            </a:r>
          </a:p>
          <a:p>
            <a:pPr algn="ctr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agregan dos peixeles a cada lado de la imagen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912873-6E69-4C37-0A1D-05401497AD4C}"/>
                  </a:ext>
                </a:extLst>
              </p:cNvPr>
              <p:cNvSpPr txBox="1"/>
              <p:nvPr/>
            </p:nvSpPr>
            <p:spPr>
              <a:xfrm>
                <a:off x="6758528" y="5429023"/>
                <a:ext cx="3746400" cy="791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5−1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MX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912873-6E69-4C37-0A1D-05401497A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528" y="5429023"/>
                <a:ext cx="3746400" cy="7913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21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B31DC-D164-F14E-C5EB-C9BF527F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Capas de agrupación (</a:t>
            </a:r>
            <a:r>
              <a:rPr lang="es-MX" i="1"/>
              <a:t>Pooling layers</a:t>
            </a:r>
            <a:r>
              <a:rPr lang="es-MX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728345-1318-D660-D516-3BC5B7B5E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En una CNN, las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capas de agrupación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se utilizan para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reducir el tamaño espacial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(alto y ancho) de los mapas de características, manteniendo la información más relevante. </a:t>
            </a:r>
          </a:p>
          <a:p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Objetivos principales: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Reducir la dimensionalidad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→ Menos parámetros y menos costo computacional.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Controlar el sobreajuste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→ Menos riesgo de memorizar ruido.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Extraer características invariantes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→ La red se vuelve más robusta a pequeñas traslaciones o distorsiones.</a:t>
            </a: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Parámetros de una capa de pooling: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Tamaño del kernel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(ej. 2×2, 3×3)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Stride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(paso de desplazamiento)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Padding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(casi nunca se usa)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32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3CC5-A9A1-1AB5-971D-63646477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FE250-27F4-B082-5088-6DC47EF7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Capas de agrupación (</a:t>
            </a:r>
            <a:r>
              <a:rPr lang="es-MX" i="1"/>
              <a:t>Pooling layers</a:t>
            </a:r>
            <a:r>
              <a:rPr lang="es-MX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8ED143-8B04-1973-456D-9240CC75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Tipos más comunes: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Max pooling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Toma el valor 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máximo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de la ventana (ej. 3×3).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Resalta las características más fuertes.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Calcula el 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promedio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de los valores en la ventana.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Suaviza el resultado.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Global average pooling</a:t>
            </a: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Reduce cada mapa de características a un solo valor promedio (se usa en arquitecturas modernas antes de la capa final).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Las capas de 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no tienen parámetros entrenables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946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CE861-199E-6375-7962-A7452319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Capas de agrupación (</a:t>
            </a:r>
            <a:r>
              <a:rPr lang="es-MX" i="1"/>
              <a:t>Pooling layers</a:t>
            </a:r>
            <a:r>
              <a:rPr lang="es-MX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EAB158-3D26-2885-8512-CD01596F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44" y="1066800"/>
            <a:ext cx="10363200" cy="4876800"/>
          </a:xfrm>
        </p:spPr>
        <p:txBody>
          <a:bodyPr/>
          <a:lstStyle/>
          <a:p>
            <a:r>
              <a:rPr lang="es-MX"/>
              <a:t>Ejemplo: Aplicación de una </a:t>
            </a:r>
            <a:r>
              <a:rPr lang="es-MX" i="1"/>
              <a:t>pooling layer </a:t>
            </a:r>
            <a:r>
              <a:rPr lang="es-MX"/>
              <a:t>tipo </a:t>
            </a:r>
            <a:r>
              <a:rPr lang="es-MX" b="1" i="1"/>
              <a:t>max pooling </a:t>
            </a:r>
            <a:r>
              <a:rPr lang="es-MX"/>
              <a:t>con un </a:t>
            </a:r>
            <a:r>
              <a:rPr lang="es-MX" b="1" i="1"/>
              <a:t>kernel</a:t>
            </a:r>
            <a:r>
              <a:rPr lang="es-MX" b="1"/>
              <a:t> de 2x2 </a:t>
            </a:r>
            <a:r>
              <a:rPr lang="es-MX"/>
              <a:t>y </a:t>
            </a:r>
            <a:r>
              <a:rPr lang="es-MX" b="1" i="1"/>
              <a:t>stride </a:t>
            </a:r>
            <a:r>
              <a:rPr lang="es-MX" b="1"/>
              <a:t>de 2</a:t>
            </a:r>
            <a:r>
              <a:rPr lang="es-MX"/>
              <a:t>.</a:t>
            </a:r>
            <a:endParaRPr lang="es-MX" i="1"/>
          </a:p>
          <a:p>
            <a:endParaRPr lang="es-MX"/>
          </a:p>
        </p:txBody>
      </p:sp>
      <p:pic>
        <p:nvPicPr>
          <p:cNvPr id="4098" name="Picture 2" descr="Output image">
            <a:extLst>
              <a:ext uri="{FF2B5EF4-FFF2-40B4-BE49-F238E27FC236}">
                <a16:creationId xmlns:a16="http://schemas.microsoft.com/office/drawing/2014/main" id="{5A74ECC6-E074-832E-72E8-42F74C2B8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5" y="2285752"/>
            <a:ext cx="5486400" cy="3013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222D55-7B4B-FC61-97EC-73A82837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2285928"/>
            <a:ext cx="5486400" cy="301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76B0-DDEC-47AC-A1CF-E2F3D3EB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AAC12-2E23-92A1-E9B5-0621FEEA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Capas de agrupación (</a:t>
            </a:r>
            <a:r>
              <a:rPr lang="es-MX" i="1"/>
              <a:t>Pooling layers</a:t>
            </a:r>
            <a:r>
              <a:rPr lang="es-MX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5B99E4-4F40-28BD-312A-2E88D1A6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44" y="1066800"/>
            <a:ext cx="10363200" cy="4876800"/>
          </a:xfrm>
        </p:spPr>
        <p:txBody>
          <a:bodyPr/>
          <a:lstStyle/>
          <a:p>
            <a:r>
              <a:rPr lang="es-MX"/>
              <a:t>Continuación:</a:t>
            </a:r>
            <a:endParaRPr lang="es-MX" i="1"/>
          </a:p>
          <a:p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E344556-37F1-5AA9-9481-140DDA38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04" y="1556792"/>
            <a:ext cx="4572000" cy="251088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8B7888B-6A86-C0CF-9246-90BBDAF7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04" y="4081241"/>
            <a:ext cx="4572000" cy="251088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EDBAF8B-F00A-AACF-CCB2-E140328C2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324" y="2812232"/>
            <a:ext cx="4572000" cy="25108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0102223-F115-23B0-51E6-7BDEAD5B223C}"/>
              </a:ext>
            </a:extLst>
          </p:cNvPr>
          <p:cNvSpPr txBox="1"/>
          <p:nvPr/>
        </p:nvSpPr>
        <p:spPr>
          <a:xfrm>
            <a:off x="7896724" y="2007667"/>
            <a:ext cx="2177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/>
              <a:t>Resultado final</a:t>
            </a:r>
          </a:p>
        </p:txBody>
      </p:sp>
    </p:spTree>
    <p:extLst>
      <p:ext uri="{BB962C8B-B14F-4D97-AF65-F5344CB8AC3E}">
        <p14:creationId xmlns:p14="http://schemas.microsoft.com/office/powerpoint/2010/main" val="3167839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C7A55-6D0B-33CF-88F9-EF23DD35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2A680-9335-FFF5-6CD4-B93E36D6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Capas densas de una CNN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9D112B-9EA0-9C8B-8F58-4A50EA0D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En una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red neuronal convolucional (CNN)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, las primeras capas (convolución y pooling) se encargan de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extraer características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de la imagen, como bordes, formas y texturas.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Después, esas características necesitan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ser combinadas y usadas para tomar decisiones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, y ahí es donde entran las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capas densas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Es una capa donde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cada neurona está conectada con todas las neuronas de la capa anterior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(por eso se llama densa o totalmente conectada).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Recibe todas las características detectadas y aprende a combinarlas para clasificar, reconocer o predecir.</a:t>
            </a: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Generan la salida final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(por ejemplo, la probabilidad de que una imagen sea un “3” o un “5” en el caso de reconocimiento de dígitos).</a:t>
            </a:r>
          </a:p>
        </p:txBody>
      </p:sp>
    </p:spTree>
    <p:extLst>
      <p:ext uri="{BB962C8B-B14F-4D97-AF65-F5344CB8AC3E}">
        <p14:creationId xmlns:p14="http://schemas.microsoft.com/office/powerpoint/2010/main" val="4265804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D8F29-61B2-15AB-838F-4E4D35C8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Ejemplo de arquitectura CNN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11C43-92AF-CE13-C1C1-D1A809DE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7B1777-F25A-310D-C9EA-AC999056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7" y="2390775"/>
            <a:ext cx="6153150" cy="20764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3C77CC-8852-1FF0-65A8-AB4AE5CE0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2391147"/>
            <a:ext cx="5544616" cy="339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34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F601-CFDA-7CDF-865A-9A00E6FA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4272"/>
            <a:ext cx="10363200" cy="685800"/>
          </a:xfrm>
        </p:spPr>
        <p:txBody>
          <a:bodyPr/>
          <a:lstStyle/>
          <a:p>
            <a:r>
              <a:rPr lang="es-MX"/>
              <a:t>Arquitectura en forma gráfica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CF5698-6F32-E5A2-3005-186375A0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48B06F-E6BD-6DC9-AA0B-A719D7CA3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5" t="10107" r="1427" b="25771"/>
          <a:stretch>
            <a:fillRect/>
          </a:stretch>
        </p:blipFill>
        <p:spPr>
          <a:xfrm>
            <a:off x="1091443" y="1340769"/>
            <a:ext cx="10186157" cy="42484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D558216-5060-E978-FEED-A98F0818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5" t="88556" r="1427" b="4540"/>
          <a:stretch>
            <a:fillRect/>
          </a:stretch>
        </p:blipFill>
        <p:spPr>
          <a:xfrm>
            <a:off x="1268486" y="5280248"/>
            <a:ext cx="10186157" cy="381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598665-A02C-B16B-616D-23CB2D6F68D9}"/>
              </a:ext>
            </a:extLst>
          </p:cNvPr>
          <p:cNvSpPr txBox="1"/>
          <p:nvPr/>
        </p:nvSpPr>
        <p:spPr>
          <a:xfrm>
            <a:off x="10183479" y="2481027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/>
              <a:t>Capas densas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5E0796-ACD7-4D4E-B7F7-AD09BBDE31EE}"/>
              </a:ext>
            </a:extLst>
          </p:cNvPr>
          <p:cNvSpPr txBox="1"/>
          <p:nvPr/>
        </p:nvSpPr>
        <p:spPr>
          <a:xfrm>
            <a:off x="351408" y="771895"/>
            <a:ext cx="4359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Tamaño de la salida de cada capa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C208DA88-78B9-98A1-C97B-F0080F807230}"/>
                  </a:ext>
                </a:extLst>
              </p14:cNvPr>
              <p14:cNvContentPartPr/>
              <p14:nvPr/>
            </p14:nvContentPartPr>
            <p14:xfrm>
              <a:off x="10128982" y="3157969"/>
              <a:ext cx="887760" cy="122760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C208DA88-78B9-98A1-C97B-F0080F8072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5342" y="3049969"/>
                <a:ext cx="995400" cy="14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64072410-230B-2E37-6E46-69454D9B4D95}"/>
                  </a:ext>
                </a:extLst>
              </p14:cNvPr>
              <p14:cNvContentPartPr/>
              <p14:nvPr/>
            </p14:nvContentPartPr>
            <p14:xfrm>
              <a:off x="10145542" y="2950969"/>
              <a:ext cx="1015560" cy="23976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64072410-230B-2E37-6E46-69454D9B4D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1542" y="2843329"/>
                <a:ext cx="112320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5E6BCAA8-D4A2-EA01-1E79-E6F3B01FA8FD}"/>
                  </a:ext>
                </a:extLst>
              </p14:cNvPr>
              <p14:cNvContentPartPr/>
              <p14:nvPr/>
            </p14:nvContentPartPr>
            <p14:xfrm>
              <a:off x="11222302" y="2974369"/>
              <a:ext cx="507600" cy="90936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5E6BCAA8-D4A2-EA01-1E79-E6F3B01FA8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68302" y="2866729"/>
                <a:ext cx="615240" cy="11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FEB9D3F5-B1F9-F8ED-C3FD-1895E06ACC62}"/>
                  </a:ext>
                </a:extLst>
              </p14:cNvPr>
              <p14:cNvContentPartPr/>
              <p14:nvPr/>
            </p14:nvContentPartPr>
            <p14:xfrm>
              <a:off x="11069662" y="3844489"/>
              <a:ext cx="625680" cy="57816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FEB9D3F5-B1F9-F8ED-C3FD-1895E06ACC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16022" y="3736489"/>
                <a:ext cx="733320" cy="7938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CuadroTexto 31">
            <a:extLst>
              <a:ext uri="{FF2B5EF4-FFF2-40B4-BE49-F238E27FC236}">
                <a16:creationId xmlns:a16="http://schemas.microsoft.com/office/drawing/2014/main" id="{83E73A28-44D1-120F-E40C-52F90FDD8BA0}"/>
              </a:ext>
            </a:extLst>
          </p:cNvPr>
          <p:cNvSpPr txBox="1"/>
          <p:nvPr/>
        </p:nvSpPr>
        <p:spPr>
          <a:xfrm>
            <a:off x="1163008" y="3195486"/>
            <a:ext cx="179675" cy="20811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s-MX" sz="12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FBBA50E-E726-0A7F-E3C5-DF73B1BD73CF}"/>
              </a:ext>
            </a:extLst>
          </p:cNvPr>
          <p:cNvSpPr txBox="1"/>
          <p:nvPr/>
        </p:nvSpPr>
        <p:spPr>
          <a:xfrm>
            <a:off x="413746" y="3564523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>
                <a:latin typeface="Calibri" panose="020F0502020204030204" pitchFamily="34" charset="0"/>
                <a:cs typeface="Calibri" panose="020F0502020204030204" pitchFamily="34" charset="0"/>
              </a:rPr>
              <a:t>Entrada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82AB414-45D5-0F8D-3025-B5523A616AB3}"/>
              </a:ext>
            </a:extLst>
          </p:cNvPr>
          <p:cNvCxnSpPr>
            <a:cxnSpLocks/>
          </p:cNvCxnSpPr>
          <p:nvPr/>
        </p:nvCxnSpPr>
        <p:spPr bwMode="auto">
          <a:xfrm>
            <a:off x="1596988" y="1295400"/>
            <a:ext cx="322548" cy="11856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E0FA570A-2E66-441D-E179-7A8277578307}"/>
              </a:ext>
            </a:extLst>
          </p:cNvPr>
          <p:cNvCxnSpPr/>
          <p:nvPr/>
        </p:nvCxnSpPr>
        <p:spPr bwMode="auto">
          <a:xfrm>
            <a:off x="2639616" y="1295400"/>
            <a:ext cx="432048" cy="1185627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BE55FE1-432E-4EEA-B212-25847CAA4690}"/>
              </a:ext>
            </a:extLst>
          </p:cNvPr>
          <p:cNvCxnSpPr/>
          <p:nvPr/>
        </p:nvCxnSpPr>
        <p:spPr bwMode="auto">
          <a:xfrm>
            <a:off x="3791744" y="1295400"/>
            <a:ext cx="216024" cy="4774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41E1DAC-67D3-0EFC-B726-FD2219102D78}"/>
              </a:ext>
            </a:extLst>
          </p:cNvPr>
          <p:cNvCxnSpPr>
            <a:cxnSpLocks/>
          </p:cNvCxnSpPr>
          <p:nvPr/>
        </p:nvCxnSpPr>
        <p:spPr bwMode="auto">
          <a:xfrm>
            <a:off x="4367808" y="1295400"/>
            <a:ext cx="1546684" cy="52578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7B26C73-8CA7-8DA4-42F2-51193B784FAE}"/>
              </a:ext>
            </a:extLst>
          </p:cNvPr>
          <p:cNvSpPr txBox="1"/>
          <p:nvPr/>
        </p:nvSpPr>
        <p:spPr>
          <a:xfrm>
            <a:off x="6244156" y="1506272"/>
            <a:ext cx="2494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/>
              <a:t>aplanamiento de esta salida </a:t>
            </a:r>
          </a:p>
        </p:txBody>
      </p:sp>
      <p:cxnSp>
        <p:nvCxnSpPr>
          <p:cNvPr id="55" name="Conector: curvado 54">
            <a:extLst>
              <a:ext uri="{FF2B5EF4-FFF2-40B4-BE49-F238E27FC236}">
                <a16:creationId xmlns:a16="http://schemas.microsoft.com/office/drawing/2014/main" id="{00DF74F7-6CEC-4049-E72E-5B8A0271D6D7}"/>
              </a:ext>
            </a:extLst>
          </p:cNvPr>
          <p:cNvCxnSpPr/>
          <p:nvPr/>
        </p:nvCxnSpPr>
        <p:spPr bwMode="auto">
          <a:xfrm>
            <a:off x="6456040" y="1888213"/>
            <a:ext cx="2232248" cy="592814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01010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4E6B-B3DF-12B3-EBCE-5C844401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058DA-54A6-E6EE-AE01-523AF425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Capas densas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3B969B6-6502-29A6-45CB-E966E238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18"/>
          <a:stretch>
            <a:fillRect/>
          </a:stretch>
        </p:blipFill>
        <p:spPr>
          <a:xfrm>
            <a:off x="3575720" y="980727"/>
            <a:ext cx="5508612" cy="538579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FB7B556-589A-7986-9B2D-10580CF55C06}"/>
              </a:ext>
            </a:extLst>
          </p:cNvPr>
          <p:cNvSpPr txBox="1"/>
          <p:nvPr/>
        </p:nvSpPr>
        <p:spPr>
          <a:xfrm>
            <a:off x="2279576" y="2631747"/>
            <a:ext cx="1944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Recibe el vector de características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B5C07E0-D7E4-0746-F313-EC6D95BF9716}"/>
              </a:ext>
            </a:extLst>
          </p:cNvPr>
          <p:cNvSpPr txBox="1"/>
          <p:nvPr/>
        </p:nvSpPr>
        <p:spPr>
          <a:xfrm>
            <a:off x="8436261" y="3254993"/>
            <a:ext cx="194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Salida </a:t>
            </a:r>
          </a:p>
        </p:txBody>
      </p:sp>
    </p:spTree>
    <p:extLst>
      <p:ext uri="{BB962C8B-B14F-4D97-AF65-F5344CB8AC3E}">
        <p14:creationId xmlns:p14="http://schemas.microsoft.com/office/powerpoint/2010/main" val="3757858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29043-1684-F854-5D4D-2CA7C19A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 – funciones de activación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6C6FB-3DA2-B3F3-73BA-AD14C8207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En una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CNN (Convolutional Neural Network)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, las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funciones de activación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se usan después de cada operación de convolución o en las capas densas para darle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no linealidad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al modelo.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Esto es importante porque, sin ellas, la red sería como una combinación de operaciones lineales y no podría aprender relaciones complejas. 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Ajuste de curvas con regresión lineal y no lineal con Minitab">
            <a:extLst>
              <a:ext uri="{FF2B5EF4-FFF2-40B4-BE49-F238E27FC236}">
                <a16:creationId xmlns:a16="http://schemas.microsoft.com/office/drawing/2014/main" id="{0ACFEEF0-67A3-86F2-8AF5-71EB2C6A9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45"/>
          <a:stretch>
            <a:fillRect/>
          </a:stretch>
        </p:blipFill>
        <p:spPr bwMode="auto">
          <a:xfrm>
            <a:off x="1775520" y="3933056"/>
            <a:ext cx="8640960" cy="201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261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610E9-E179-31FF-2325-D81D05CC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81BAE-555A-1D81-CF3E-EE753A70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s-MX"/>
              <a:t>Funciones de activación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0A4DB7-74BB-15C9-C3B0-BC407D9EC20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91344" y="1628800"/>
                <a:ext cx="5386917" cy="4497363"/>
              </a:xfrm>
            </p:spPr>
            <p:txBody>
              <a:bodyPr wrap="square" anchor="t"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s-MX" sz="1700"/>
                  <a:t>Funciones de activación más comunes en CNNs:</a:t>
                </a:r>
              </a:p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1700" b="1"/>
                  <a:t>ReLU (Rectified Linear Unit):</a:t>
                </a:r>
              </a:p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endParaRPr lang="en-US" sz="1700" b="1"/>
              </a:p>
              <a:p>
                <a:pPr marL="857250" lvl="2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7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1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7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sz="17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17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s-MX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700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s-MX" sz="17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MX" sz="1700" b="0"/>
              </a:p>
              <a:p>
                <a:pPr marL="1200150" lvl="2" indent="-342900">
                  <a:lnSpc>
                    <a:spcPct val="90000"/>
                  </a:lnSpc>
                </a:pPr>
                <a:endParaRPr lang="es-MX" sz="1700"/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 sz="1700"/>
                  <a:t>Ventaja: Simple, rápida y evita en gran parte el problema del gradiente desapareciente. 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 sz="1700"/>
                  <a:t>Interpretación: Convierte valores negativos en cero y deja pasar los positivos.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 sz="1700"/>
                  <a:t>Uso típico: Después de cada capa de convolución o densa intermedia.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0A4DB7-74BB-15C9-C3B0-BC407D9EC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91344" y="1628800"/>
                <a:ext cx="5386917" cy="4497363"/>
              </a:xfrm>
              <a:blipFill>
                <a:blip r:embed="rId2"/>
                <a:stretch>
                  <a:fillRect l="-566" t="-9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eLU Activation Function in Deep Learning - GeeksforGeeks">
            <a:extLst>
              <a:ext uri="{FF2B5EF4-FFF2-40B4-BE49-F238E27FC236}">
                <a16:creationId xmlns:a16="http://schemas.microsoft.com/office/drawing/2014/main" id="{DC151BFB-5B2A-EC8D-98E8-F4865B37E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2"/>
          <a:stretch>
            <a:fillRect/>
          </a:stretch>
        </p:blipFill>
        <p:spPr bwMode="auto">
          <a:xfrm>
            <a:off x="5993849" y="1628800"/>
            <a:ext cx="5998632" cy="395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Footer Placeholder 4">
            <a:extLst>
              <a:ext uri="{FF2B5EF4-FFF2-40B4-BE49-F238E27FC236}">
                <a16:creationId xmlns:a16="http://schemas.microsoft.com/office/drawing/2014/main" id="{D7D37850-378C-6FA7-2590-0D7D0B35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629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28F7-E992-33B9-BC72-38098B45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72DF3-A76D-BD82-12E7-794E8D0A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Funciones de activación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6BDFA8-F6D9-C015-369B-B9153EA8051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1384" y="1295399"/>
                <a:ext cx="5080000" cy="4876800"/>
              </a:xfrm>
            </p:spPr>
            <p:txBody>
              <a:bodyPr wrap="square" anchor="t">
                <a:normAutofit/>
              </a:bodyPr>
              <a:lstStyle/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b="1"/>
                  <a:t>Sigmoid:</a:t>
                </a:r>
              </a:p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endParaRPr lang="en-US" b="1"/>
              </a:p>
              <a:p>
                <a:pPr marL="857250" lvl="2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sz="2400" b="0"/>
              </a:p>
              <a:p>
                <a:pPr marL="1200150" lvl="2" indent="-342900">
                  <a:lnSpc>
                    <a:spcPct val="90000"/>
                  </a:lnSpc>
                </a:pPr>
                <a:endParaRPr lang="es-MX" sz="2400"/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Salida: Valores entre 0 y 1.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Uso típico: </a:t>
                </a:r>
                <a:r>
                  <a:rPr lang="es-MX" b="1"/>
                  <a:t>En la capa de salida para problemas de clasificación binaria.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Desventaja: Puede saturarse y hacer lento el entrenamiento.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6BDFA8-F6D9-C015-369B-B9153EA8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1384" y="1295399"/>
                <a:ext cx="5080000" cy="4876800"/>
              </a:xfrm>
              <a:blipFill>
                <a:blip r:embed="rId2"/>
                <a:stretch>
                  <a:fillRect t="-1500" r="-227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59BC5BC0-670F-1592-6A33-8DBEC351A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31" y="1721509"/>
            <a:ext cx="5080000" cy="3390899"/>
          </a:xfrm>
          <a:prstGeom prst="rect">
            <a:avLst/>
          </a:prstGeom>
          <a:noFill/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5EA35DA-2E33-9167-CE37-7CF1406E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5E1622C-91EF-4EC2-1B7E-ED17A2199DEC}"/>
                  </a:ext>
                </a:extLst>
              </p:cNvPr>
              <p:cNvSpPr txBox="1"/>
              <p:nvPr/>
            </p:nvSpPr>
            <p:spPr>
              <a:xfrm>
                <a:off x="9196757" y="4927742"/>
                <a:ext cx="2497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MX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5E1622C-91EF-4EC2-1B7E-ED17A2199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6757" y="4927742"/>
                <a:ext cx="249748" cy="369332"/>
              </a:xfrm>
              <a:prstGeom prst="rect">
                <a:avLst/>
              </a:prstGeom>
              <a:blipFill>
                <a:blip r:embed="rId4"/>
                <a:stretch>
                  <a:fillRect l="-17073" r="-97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A5346C7-4F18-DA4B-B53E-29CBE50A2D1B}"/>
                  </a:ext>
                </a:extLst>
              </p:cNvPr>
              <p:cNvSpPr txBox="1"/>
              <p:nvPr/>
            </p:nvSpPr>
            <p:spPr>
              <a:xfrm>
                <a:off x="6379911" y="2571572"/>
                <a:ext cx="685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A5346C7-4F18-DA4B-B53E-29CBE50A2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911" y="2571572"/>
                <a:ext cx="685188" cy="369332"/>
              </a:xfrm>
              <a:prstGeom prst="rect">
                <a:avLst/>
              </a:prstGeom>
              <a:blipFill>
                <a:blip r:embed="rId5"/>
                <a:stretch>
                  <a:fillRect l="-15179" r="-15179" b="-3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545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0A6B-CA18-7BBA-4391-0A1B8BED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6D990-35D3-F6E8-B52F-6F13C4A4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Funciones de activación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B115960-AD9C-C8DA-AD98-B45983F0643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9376" y="1295400"/>
                <a:ext cx="5080000" cy="4876800"/>
              </a:xfrm>
            </p:spPr>
            <p:txBody>
              <a:bodyPr wrap="square" anchor="t">
                <a:normAutofit/>
              </a:bodyPr>
              <a:lstStyle/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2000" b="1"/>
                  <a:t>Tanh (Tangente hiperbólica):</a:t>
                </a:r>
              </a:p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endParaRPr lang="en-US" sz="2000" b="1"/>
              </a:p>
              <a:p>
                <a:pPr marL="857250" lvl="2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MX" b="0"/>
              </a:p>
              <a:p>
                <a:pPr marL="1200150" lvl="2" indent="-342900">
                  <a:lnSpc>
                    <a:spcPct val="90000"/>
                  </a:lnSpc>
                </a:pPr>
                <a:endParaRPr lang="es-MX"/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Salida: Valores entre -1 y 1.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Uso: Menos común en CNN modernas, pero útil en algunas arquitecturas recurrentes o casos específicos.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B115960-AD9C-C8DA-AD98-B45983F06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9376" y="1295400"/>
                <a:ext cx="5080000" cy="4876800"/>
              </a:xfrm>
              <a:blipFill>
                <a:blip r:embed="rId2"/>
                <a:stretch>
                  <a:fillRect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angente hiperbólica - Wikipedia, la enciclopedia libre">
            <a:extLst>
              <a:ext uri="{FF2B5EF4-FFF2-40B4-BE49-F238E27FC236}">
                <a16:creationId xmlns:a16="http://schemas.microsoft.com/office/drawing/2014/main" id="{2474EF06-BD78-70E0-B694-58F8F5D38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0016" y="1890849"/>
            <a:ext cx="5567967" cy="307630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Footer Placeholder 4">
            <a:extLst>
              <a:ext uri="{FF2B5EF4-FFF2-40B4-BE49-F238E27FC236}">
                <a16:creationId xmlns:a16="http://schemas.microsoft.com/office/drawing/2014/main" id="{06D84CFD-B67A-12E0-B1F7-0CC70B1D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87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152A-8BE6-745D-F9DC-76A5DBF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137F4-ECF3-3E66-ED2D-1743AA60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Funciones de activación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2B63DF-DED9-B728-B5AA-C0AB0D10F42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12204" y="1295399"/>
                <a:ext cx="5080000" cy="4876800"/>
              </a:xfrm>
            </p:spPr>
            <p:txBody>
              <a:bodyPr wrap="square" anchor="t">
                <a:normAutofit/>
              </a:bodyPr>
              <a:lstStyle/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2200" b="1"/>
                  <a:t>Softmax:</a:t>
                </a:r>
              </a:p>
              <a:p>
                <a:pPr marL="914400" lvl="1" indent="-457200">
                  <a:lnSpc>
                    <a:spcPct val="90000"/>
                  </a:lnSpc>
                  <a:buFont typeface="+mj-lt"/>
                  <a:buAutoNum type="arabicPeriod"/>
                </a:pPr>
                <a:endParaRPr lang="en-US" sz="2200" b="1"/>
              </a:p>
              <a:p>
                <a:pPr marL="857250" lvl="2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MX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s-MX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MX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MX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MX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MX" sz="2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s-MX" sz="2200" b="0"/>
              </a:p>
              <a:p>
                <a:pPr marL="857250" lvl="2" indent="0">
                  <a:lnSpc>
                    <a:spcPct val="90000"/>
                  </a:lnSpc>
                  <a:buNone/>
                </a:pPr>
                <a:r>
                  <a:rPr lang="es-MX"/>
                  <a:t>donde N, representa el número de neuronas de la capa.</a:t>
                </a:r>
                <a:endParaRPr lang="es-MX" b="0"/>
              </a:p>
              <a:p>
                <a:pPr marL="1200150" lvl="2" indent="-342900">
                  <a:lnSpc>
                    <a:spcPct val="90000"/>
                  </a:lnSpc>
                </a:pPr>
                <a:endParaRPr lang="es-MX"/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Salida: Distribución de probabilidades (suma = 1).</a:t>
                </a:r>
              </a:p>
              <a:p>
                <a:pPr marL="1200150" lvl="2" indent="-342900">
                  <a:lnSpc>
                    <a:spcPct val="90000"/>
                  </a:lnSpc>
                </a:pPr>
                <a:r>
                  <a:rPr lang="es-MX"/>
                  <a:t>Uso típico: </a:t>
                </a:r>
                <a:r>
                  <a:rPr lang="es-MX" b="1"/>
                  <a:t>En la capa de salida de clasificación multiclase</a:t>
                </a:r>
                <a:r>
                  <a:rPr lang="es-MX"/>
                  <a:t>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2B63DF-DED9-B728-B5AA-C0AB0D10F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12204" y="1295399"/>
                <a:ext cx="5080000" cy="4876800"/>
              </a:xfrm>
              <a:blipFill>
                <a:blip r:embed="rId2"/>
                <a:stretch>
                  <a:fillRect t="-1375" r="-227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3" name="Footer Placeholder 4">
            <a:extLst>
              <a:ext uri="{FF2B5EF4-FFF2-40B4-BE49-F238E27FC236}">
                <a16:creationId xmlns:a16="http://schemas.microsoft.com/office/drawing/2014/main" id="{FDF21739-5C89-D23F-C089-32F7E603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5200" y="6577461"/>
            <a:ext cx="3860800" cy="22860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7AC5218-7400-4786-1DD8-E6960EDE3658}"/>
              </a:ext>
            </a:extLst>
          </p:cNvPr>
          <p:cNvGrpSpPr/>
          <p:nvPr/>
        </p:nvGrpSpPr>
        <p:grpSpPr>
          <a:xfrm>
            <a:off x="6197600" y="922233"/>
            <a:ext cx="5080000" cy="3098799"/>
            <a:chOff x="6197600" y="2184400"/>
            <a:chExt cx="5080000" cy="3098799"/>
          </a:xfrm>
        </p:grpSpPr>
        <p:pic>
          <p:nvPicPr>
            <p:cNvPr id="4098" name="Picture 2" descr="Understanding the Softmax Activation Function: A Comprehensive Guide">
              <a:extLst>
                <a:ext uri="{FF2B5EF4-FFF2-40B4-BE49-F238E27FC236}">
                  <a16:creationId xmlns:a16="http://schemas.microsoft.com/office/drawing/2014/main" id="{7F7DC7EF-3A05-6199-4820-07ECA3B6D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97600" y="2184400"/>
              <a:ext cx="5080000" cy="3098799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9F740C3-D3D7-B48A-BE35-CF88EF625D2E}"/>
                </a:ext>
              </a:extLst>
            </p:cNvPr>
            <p:cNvSpPr/>
            <p:nvPr/>
          </p:nvSpPr>
          <p:spPr bwMode="auto">
            <a:xfrm>
              <a:off x="7896200" y="3357563"/>
              <a:ext cx="1584176" cy="1367581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MX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2742CEBF-AFF8-820A-2D62-B644A0F34815}"/>
                    </a:ext>
                  </a:extLst>
                </p:cNvPr>
                <p:cNvSpPr txBox="1"/>
                <p:nvPr/>
              </p:nvSpPr>
              <p:spPr>
                <a:xfrm>
                  <a:off x="7968208" y="3501008"/>
                  <a:ext cx="1368152" cy="850297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MX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s-MX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s-MX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s-MX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s-MX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s-MX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es-MX"/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2742CEBF-AFF8-820A-2D62-B644A0F34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8208" y="3501008"/>
                  <a:ext cx="1368152" cy="8502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MX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FFB6A58A-D2CB-29EF-861D-C7BAD99F0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964" y="3824526"/>
            <a:ext cx="3984540" cy="298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49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3DF8-27B0-1837-58FA-C4533998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FBCAC-0B8A-F676-F482-5870CFDB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– funciones de pérdida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6AB18C-5E19-3205-2B12-0C3480768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La 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función de pérdida (loss function) 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es la que mide qué tan lejos están las predicciones del modelo respecto a las respuestas correctas. </a:t>
                </a:r>
              </a:p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Durante el entrenamiento, la red ajusta sus pesos para minimizar este valor.</a:t>
                </a:r>
              </a:p>
              <a:p>
                <a:pPr lvl="1"/>
                <a:endParaRPr lang="es-MX" sz="20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Ejemplo: Supongamos que entrenamos una red para clasificar si en una imagen hay una patología (1) o no (0).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Asumamos que entra una imagen que sí tiene una patología (valor real = 1), y la red nos da como salida 0.75 (interpretado como “75% de probabilidad de que sea una patología”).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Error absoluto: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MX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1−0.75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=0.25</m:t>
                    </m:r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Esto significa que la red está equivocada por un 25% en esta predicción. 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La red no se equivocó del todo, pero no fue perfecta. </a:t>
                </a:r>
              </a:p>
              <a:p>
                <a:endParaRPr lang="en-US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36AB18C-5E19-3205-2B12-0C3480768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 r="-5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111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0B74-C683-20F7-9B0C-36F532D1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807C8-49ED-BC92-DC53-5CA3C825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– funciones de pérdida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43B73-B6FD-6072-892F-50FEC6C17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¿Por qué no usar simplemente la resta o el error absoluto como pérdida?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Aunque el error absoluto nos da una idea intuitiva del fallo,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no siempre es la mejor opción para entrenar redes neuronales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porque: 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La función de pérdida debe ser derivable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(o al menos derivable en casi todo su dominio)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El entrenamiento con backpropagation necesita calcular derivadas para ajustar los pesos.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Algunas funciones como la resta simple no ofrecen información suficiente sobre cómo ajustar los pesos de manera eficiente.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Funciones como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la entropía cruzada penalizan más los errores grandes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y guían mejor el aprendizaje.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Por ejemplo, si la red predice 0.01 cuando debería ser 1, la entropía cruzada da un error muy grande, lo que “empuja” más el ajuste.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831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DC67D-ECFA-54B9-8CC6-1885522FB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Funciones de pérdida más usadas en CNNs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C1C6101-6691-CB61-D1C6-9CD74B6B83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Entropía cruzada categórica (Categorical Cross-Entropy):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Fórmula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ℒ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𝑪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log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s-MX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MX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s-MX" sz="20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𝑚𝑒𝑎𝑛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s-MX" sz="20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sz="20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𝑗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donde: </a:t>
                </a:r>
              </a:p>
              <a:p>
                <a:pPr lvl="2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C es el número de clases,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es la etiqueta real del dato,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 es la probabilidad predicha para la clase </a:t>
                </a:r>
                <a:r>
                  <a:rPr lang="es-MX" sz="2000" i="1">
                    <a:latin typeface="Calibri" panose="020F0502020204030204" pitchFamily="34" charset="0"/>
                    <a:cs typeface="Calibri" panose="020F0502020204030204" pitchFamily="34" charset="0"/>
                  </a:rPr>
                  <a:t>i. </a:t>
                </a:r>
              </a:p>
              <a:p>
                <a:pPr lvl="2"/>
                <a:r>
                  <a:rPr lang="es-MX" sz="2000" i="1">
                    <a:latin typeface="Calibri" panose="020F0502020204030204" pitchFamily="34" charset="0"/>
                    <a:cs typeface="Calibri" panose="020F0502020204030204" pitchFamily="34" charset="0"/>
                  </a:rPr>
                  <a:t>N </a:t>
                </a:r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es la cantidad de ejemplos de entrenamiento</a:t>
                </a:r>
              </a:p>
              <a:p>
                <a:pPr lvl="1"/>
                <a:r>
                  <a:rPr lang="es-MX" sz="2000">
                    <a:latin typeface="Calibri" panose="020F0502020204030204" pitchFamily="34" charset="0"/>
                    <a:cs typeface="Calibri" panose="020F0502020204030204" pitchFamily="34" charset="0"/>
                  </a:rPr>
                  <a:t>Uso: Clasificación multiclase con salida softmax.</a:t>
                </a: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C1C6101-6691-CB61-D1C6-9CD74B6B83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 b="-16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77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090B-3BEA-DFD3-559A-F3C607BF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11E02-3B47-95DE-4351-EB48653E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Funciones de pérdida más usadas en CNNs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82D8BAA-8881-7A73-D852-382D4B5D45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Entropía cruzada binaria (Binary Cross-Entropy):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Fórmula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ℒ</m:t>
                      </m:r>
                      <m:r>
                        <a:rPr lang="es-MX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=−</m:t>
                      </m:r>
                      <m:f>
                        <m:fPr>
                          <m:ctrl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MX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 </m:t>
                                      </m:r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MX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MX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∗</m:t>
                                  </m:r>
                                  <m:func>
                                    <m:funcPr>
                                      <m:ctrlPr>
                                        <a:rPr lang="es-MX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MX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MX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MX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MX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libri" panose="020F0502020204030204" pitchFamily="34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MX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libri" panose="020F0502020204030204" pitchFamily="34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MX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Calibri" panose="020F0502020204030204" pitchFamily="34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func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s-MX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MX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1−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s-MX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s-MX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panose="020F050202020403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MX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panose="020F0502020204030204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s-MX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panose="020F0502020204030204" pitchFamily="34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⁡</m:t>
                                  </m:r>
                                </m:e>
                              </m:d>
                            </m:e>
                            <m:sub/>
                          </m:sSub>
                        </m:e>
                      </m:nary>
                    </m:oMath>
                  </m:oMathPara>
                </a14:m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donde: </a:t>
                </a:r>
              </a:p>
              <a:p>
                <a:pPr lvl="2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C es el número de clases,</a:t>
                </a:r>
              </a:p>
              <a:p>
                <a:pPr lvl="2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N es el número de ejemplos ejemplos ingresados a la red (lote),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la etiqueta real del dato,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la probabilidad predicha para el dato i</a:t>
                </a:r>
                <a:r>
                  <a:rPr lang="es-MX" i="1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2"/>
                <a:endParaRPr lang="es-MX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Uso: Clasificación binaria (salida sigmoid).</a:t>
                </a: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82D8BAA-8881-7A73-D852-382D4B5D4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 b="-5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119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AAA9-C171-387C-5185-49CDB425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866CC-D232-F77B-AB7B-04C1786E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Funciones de pérdida más usadas en CNNs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F75F3E0-D5F5-04F1-34CB-20D9A5974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Error cuadrático medio (MSE):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Fórmula</a:t>
                </a: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ℒ</m:t>
                      </m:r>
                      <m:r>
                        <a:rPr lang="es-MX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=−</m:t>
                      </m:r>
                      <m:f>
                        <m:fPr>
                          <m:ctrl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𝒊</m:t>
                          </m:r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=</m:t>
                          </m:r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lang="es-MX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es-MX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MX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MX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MX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s-MX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s-MX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s-MX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MX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donde: </a:t>
                </a:r>
              </a:p>
              <a:p>
                <a:pPr lvl="2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N es el número de ejemplos ejemplos ingresados a la red (lote),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la etiqueta real del dato,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predicho por la red para el dato i</a:t>
                </a:r>
                <a:r>
                  <a:rPr lang="es-MX" i="1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lvl="2"/>
                <a:endParaRPr lang="es-MX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Uso: Problemas de regresión (predicción de valores continuos).</a:t>
                </a: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F75F3E0-D5F5-04F1-34CB-20D9A5974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1035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DF5B-8615-8E6A-E033-CB0B4BA00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50355-EE29-8215-CC78-F3F6EF72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C5487-43C8-BA82-6E20-D8371E98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optimizador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es el algoritmo que ajusta los pesos (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) y sesgos (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) de la red neuronal durante el entrenamiento, con el objetivo de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minimizar la función de pérdida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Es como el “GPS” del entrenamiento: indica en qué dirección y con qué tamaño de paso debe moverse la red para encontrar el mínimo de error.</a:t>
            </a: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Pasos básicos en el entrenamiento: 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Cálculo de la pérdida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: Se mide el error con la función de pérdida. 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Retropropagación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(Backpropagation): Calcula los gradientes (derivadas) de la pérdida con respecto a cada peso. 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Actualización de pesos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: El optimizador usa esos gradientes para ajustar los pesos y reducir el error.</a:t>
            </a: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21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FC6C-209B-5EA9-184D-4B0F1A66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7EC91-3873-1D77-A534-8ADF534C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Tipos comunes de optimizadores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A6F306-6151-9CDF-B8DF-F818C6972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Gradiente Descendente 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(Gradient Descent). 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Fórmula: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+1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𝜂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∗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𝜕</m:t>
                          </m:r>
                          <m:r>
                            <a:rPr lang="es-MX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lvl="1" indent="0">
                  <a:buNone/>
                </a:pP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𝜂</m:t>
                    </m:r>
                  </m:oMath>
                </a14:m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 es la tasa de aprendizaje (</a:t>
                </a:r>
                <a:r>
                  <a:rPr lang="es-MX" i="1">
                    <a:latin typeface="Calibri" panose="020F0502020204030204" pitchFamily="34" charset="0"/>
                    <a:cs typeface="Calibri" panose="020F0502020204030204" pitchFamily="34" charset="0"/>
                  </a:rPr>
                  <a:t>learning rate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marL="457200" lvl="1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Ventaja: Simple de implementar.</a:t>
                </a: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Desventaja: Puede ser lento y quedarse atrapado en mínimos locales.</a:t>
                </a:r>
              </a:p>
              <a:p>
                <a:pPr lvl="1"/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Los pesos se actualizan cuando se han proporcionado todos los datos o ejemplos a la red. </a:t>
                </a:r>
              </a:p>
              <a:p>
                <a:pPr lvl="1"/>
                <a:endParaRPr lang="es-MX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CA6F306-6151-9CDF-B8DF-F818C6972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701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9D74F-F0F6-F7F5-EAA2-0A29387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EF74D-1871-7F16-0891-C7B772E7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Gradiente Descendente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(Gradient Descent). </a:t>
            </a:r>
          </a:p>
          <a:p>
            <a:endParaRPr lang="es-MX"/>
          </a:p>
        </p:txBody>
      </p:sp>
      <p:pic>
        <p:nvPicPr>
          <p:cNvPr id="5122" name="Picture 2" descr="Gradient Descent">
            <a:extLst>
              <a:ext uri="{FF2B5EF4-FFF2-40B4-BE49-F238E27FC236}">
                <a16:creationId xmlns:a16="http://schemas.microsoft.com/office/drawing/2014/main" id="{D16C6D36-3FFF-E5B0-461A-EE6F4BB00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8" y="2348880"/>
            <a:ext cx="3657600" cy="297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5E34F9A-C3F0-5F89-EEFF-748AFE99F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348880"/>
            <a:ext cx="3657600" cy="297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5BB3EDF-7A07-0ACA-C4D2-EE90BB330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2348880"/>
            <a:ext cx="3657600" cy="297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393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442CC-C7CE-77B1-9167-A321F7D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3446D-27D6-A9F3-CD19-C5BCD956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3E071-F1F5-0790-C5D6-90BD60428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Gradiente Descendente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(Gradient Descent). Problema de mínimos locales</a:t>
            </a:r>
          </a:p>
          <a:p>
            <a:endParaRPr lang="es-MX"/>
          </a:p>
        </p:txBody>
      </p:sp>
      <p:pic>
        <p:nvPicPr>
          <p:cNvPr id="6146" name="Picture 2" descr="Funciones con más de un mínimo">
            <a:extLst>
              <a:ext uri="{FF2B5EF4-FFF2-40B4-BE49-F238E27FC236}">
                <a16:creationId xmlns:a16="http://schemas.microsoft.com/office/drawing/2014/main" id="{AB947D63-267B-98EE-DC78-59171B9F6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2" y="2420888"/>
            <a:ext cx="669607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171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8586A-0CF1-6185-9B86-BABEAF74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9EFCB-EEB8-EC92-7F12-CF3ED3C91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Tipos comunes de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ED9428-2CF4-D41E-E23F-EE71D4B07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336" y="1219200"/>
            <a:ext cx="5616624" cy="48768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1700" b="1"/>
              <a:t>SGD (</a:t>
            </a:r>
            <a:r>
              <a:rPr lang="es-MX" sz="1700" i="1"/>
              <a:t>Stochastic Gradient Descent</a:t>
            </a:r>
            <a:r>
              <a:rPr lang="es-MX" sz="1700" b="1"/>
              <a:t>)</a:t>
            </a:r>
            <a:r>
              <a:rPr lang="es-MX" sz="1700"/>
              <a:t>. </a:t>
            </a:r>
          </a:p>
          <a:p>
            <a:pPr lvl="1">
              <a:lnSpc>
                <a:spcPct val="90000"/>
              </a:lnSpc>
            </a:pPr>
            <a:r>
              <a:rPr lang="es-MX" sz="1700"/>
              <a:t>Utiliza la misma ecuación del </a:t>
            </a:r>
            <a:r>
              <a:rPr lang="es-MX" sz="1700" i="1"/>
              <a:t>Gradient Descent</a:t>
            </a:r>
            <a:r>
              <a:rPr lang="es-MX" sz="1700"/>
              <a:t>, sin embargo, para su cálculo se utiliza un solo ejemplo de los datos o incluso un lote pequeño para actualizar los pesos. </a:t>
            </a:r>
          </a:p>
          <a:p>
            <a:pPr lvl="1">
              <a:lnSpc>
                <a:spcPct val="90000"/>
              </a:lnSpc>
            </a:pPr>
            <a:r>
              <a:rPr lang="es-MX" sz="1700"/>
              <a:t>Más rápido y con más variabilidad (lo que ayuda a escapar de mínimos locales).</a:t>
            </a:r>
          </a:p>
          <a:p>
            <a:pPr lvl="1">
              <a:lnSpc>
                <a:spcPct val="90000"/>
              </a:lnSpc>
            </a:pPr>
            <a:endParaRPr lang="es-MX" sz="1700"/>
          </a:p>
          <a:p>
            <a:pPr>
              <a:lnSpc>
                <a:spcPct val="90000"/>
              </a:lnSpc>
            </a:pPr>
            <a:r>
              <a:rPr lang="es-MX" sz="1700" b="1"/>
              <a:t>Momentum</a:t>
            </a:r>
            <a:r>
              <a:rPr lang="es-MX" sz="1700"/>
              <a:t>: </a:t>
            </a:r>
          </a:p>
          <a:p>
            <a:pPr lvl="1">
              <a:lnSpc>
                <a:spcPct val="90000"/>
              </a:lnSpc>
            </a:pPr>
            <a:r>
              <a:rPr lang="es-MX" sz="1700"/>
              <a:t>Añade “</a:t>
            </a:r>
            <a:r>
              <a:rPr lang="es-MX" sz="1700" b="1" i="1"/>
              <a:t>inercia</a:t>
            </a:r>
            <a:r>
              <a:rPr lang="es-MX" sz="1700"/>
              <a:t>” a las actualizaciones para evitar zigzagueos. </a:t>
            </a:r>
          </a:p>
          <a:p>
            <a:pPr lvl="1">
              <a:lnSpc>
                <a:spcPct val="90000"/>
              </a:lnSpc>
            </a:pPr>
            <a:r>
              <a:rPr lang="es-MX" sz="1700"/>
              <a:t>Supongamos que la búsqueda del mínimo es como una bola rodando por un valle: el momentum hace que la bola gane velocidad en direcciones consistentes.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s-MX" sz="1700"/>
          </a:p>
          <a:p>
            <a:pPr lvl="1">
              <a:lnSpc>
                <a:spcPct val="90000"/>
              </a:lnSpc>
            </a:pPr>
            <a:endParaRPr lang="es-MX" sz="1700"/>
          </a:p>
          <a:p>
            <a:pPr lvl="1">
              <a:lnSpc>
                <a:spcPct val="90000"/>
              </a:lnSpc>
            </a:pPr>
            <a:endParaRPr lang="es-MX" sz="1700"/>
          </a:p>
          <a:p>
            <a:pPr lvl="1">
              <a:lnSpc>
                <a:spcPct val="90000"/>
              </a:lnSpc>
            </a:pPr>
            <a:endParaRPr lang="es-MX" sz="1700"/>
          </a:p>
          <a:p>
            <a:pPr lvl="1">
              <a:lnSpc>
                <a:spcPct val="90000"/>
              </a:lnSpc>
            </a:pPr>
            <a:endParaRPr lang="es-MX" sz="1700" b="1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ED62CEA-F67E-A5B0-7046-20A5DD273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2151" y="1268760"/>
            <a:ext cx="3655449" cy="343612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880367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A10F8-9E66-FC33-FEAD-48E3876C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6441E-1FBC-B6B4-BF86-BACE20FF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Tipos comunes de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DE541B-73F5-221B-D68B-878C696A2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RMSProp: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Ajusta automáticamente el tamaño del paso (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learning rate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) para cada peso, según la magnitud de los gradientes recientes.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Ideal para datos con escalas muy distintas.</a:t>
            </a: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Adam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Adaptive Moment Estimation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Combina Momentum y RMSProp.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Es uno de los más usados en CNNs porque: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Ajusta el tamaño del paso automáticamente.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Mantiene un registro del “impulso” de los gradientes.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Generalmente converge rápido.</a:t>
            </a:r>
          </a:p>
          <a:p>
            <a:pPr marL="457200" lvl="1" indent="0">
              <a:buNone/>
            </a:pP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620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A05B-82C7-195D-F5A8-C3F63AFE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A7618-E241-2C89-699B-3FB7F59C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Parámetros de los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FCB7C-2658-C564-A18C-814915176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Parámetros importantes de un optimizador: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s-MX" b="1" i="1">
                <a:latin typeface="Calibri" panose="020F0502020204030204" pitchFamily="34" charset="0"/>
                <a:cs typeface="Calibri" panose="020F0502020204030204" pitchFamily="34" charset="0"/>
              </a:rPr>
              <a:t>Learning Rate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(𝜂): Tamaño de cada paso de actualización.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Muy alto: puede “saltarse” el mínimo. 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Muy bajo: el entrenamiento es muy lento.</a:t>
            </a:r>
          </a:p>
          <a:p>
            <a:pPr lvl="1"/>
            <a:r>
              <a:rPr lang="es-MX" b="1" i="1">
                <a:latin typeface="Calibri" panose="020F0502020204030204" pitchFamily="34" charset="0"/>
                <a:cs typeface="Calibri" panose="020F0502020204030204" pitchFamily="34" charset="0"/>
              </a:rPr>
              <a:t>Momentum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: Factor que controla cuánto de la actualización pasada se conserva.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Parámetros adaptativos (en Adam, RMSProp, etc.): Ajustan el paso automáticamente según los gradientes.</a:t>
            </a:r>
          </a:p>
          <a:p>
            <a:pPr marL="457200" lvl="1" indent="0">
              <a:buNone/>
            </a:pP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84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36DBE-F46A-EC38-C0A0-A18A7E09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AB5F5-26C8-B090-99F9-F8929E34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Parámetros de los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F46854-D5B4-72FF-536D-0D633AA7E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i="1">
                <a:latin typeface="Calibri" panose="020F0502020204030204" pitchFamily="34" charset="0"/>
                <a:cs typeface="Calibri" panose="020F0502020204030204" pitchFamily="34" charset="0"/>
              </a:rPr>
              <a:t>Learning Rate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(𝜂):</a:t>
            </a: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BD9F7C-9A1F-7F0C-2498-3874B5F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844824"/>
            <a:ext cx="437197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2978960-DA6D-10CB-D699-ADF85CCD9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0" y="2348880"/>
            <a:ext cx="7188933" cy="278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807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8F32-7D7B-0928-F6C8-0C6397E8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146AA-837D-4FA6-982A-CC9B5D95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Parámetros de los optimizadores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06DCB8-E5BE-2371-7FE3-CFAC48DA2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49" y="1081173"/>
            <a:ext cx="10363200" cy="4876800"/>
          </a:xfrm>
        </p:spPr>
        <p:txBody>
          <a:bodyPr/>
          <a:lstStyle/>
          <a:p>
            <a:r>
              <a:rPr lang="es-MX" b="1" i="1">
                <a:latin typeface="Calibri" panose="020F0502020204030204" pitchFamily="34" charset="0"/>
                <a:cs typeface="Calibri" panose="020F0502020204030204" pitchFamily="34" charset="0"/>
              </a:rPr>
              <a:t>Momentum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12B5B6-E93F-892C-BE84-4AF4A78FA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376370"/>
            <a:ext cx="4295775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81FBF1D-147C-E61F-9CE0-B05198587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2376370"/>
            <a:ext cx="4295775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295157D-7B06-0439-8674-B8F30F06908D}"/>
              </a:ext>
            </a:extLst>
          </p:cNvPr>
          <p:cNvSpPr txBox="1"/>
          <p:nvPr/>
        </p:nvSpPr>
        <p:spPr>
          <a:xfrm>
            <a:off x="1648181" y="1949326"/>
            <a:ext cx="2102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Sin momentum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38397E-2E8E-CDBE-769B-EB84B16A1A43}"/>
              </a:ext>
            </a:extLst>
          </p:cNvPr>
          <p:cNvSpPr txBox="1"/>
          <p:nvPr/>
        </p:nvSpPr>
        <p:spPr>
          <a:xfrm>
            <a:off x="8200909" y="1914705"/>
            <a:ext cx="2215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Con momentum</a:t>
            </a:r>
          </a:p>
        </p:txBody>
      </p:sp>
    </p:spTree>
    <p:extLst>
      <p:ext uri="{BB962C8B-B14F-4D97-AF65-F5344CB8AC3E}">
        <p14:creationId xmlns:p14="http://schemas.microsoft.com/office/powerpoint/2010/main" val="10090467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8AD91-6698-A345-DE76-CD767136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3656"/>
            <a:ext cx="10363200" cy="685800"/>
          </a:xfrm>
        </p:spPr>
        <p:txBody>
          <a:bodyPr/>
          <a:lstStyle/>
          <a:p>
            <a:r>
              <a:rPr lang="es-MX"/>
              <a:t>Comparación de los optimizadores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3DFCA3-C317-E03F-55B8-81A16EEEF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304" y="1210451"/>
            <a:ext cx="3840480" cy="2548682"/>
          </a:xfrm>
          <a:prstGeom prst="rect">
            <a:avLst/>
          </a:prstGeom>
        </p:spPr>
      </p:pic>
      <p:pic>
        <p:nvPicPr>
          <p:cNvPr id="23554" name="Picture 2" descr="Output image">
            <a:extLst>
              <a:ext uri="{FF2B5EF4-FFF2-40B4-BE49-F238E27FC236}">
                <a16:creationId xmlns:a16="http://schemas.microsoft.com/office/drawing/2014/main" id="{BC08FAFF-9F6B-1F0F-5AAD-A433E3BB1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1147425"/>
            <a:ext cx="3657600" cy="26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Output image">
            <a:extLst>
              <a:ext uri="{FF2B5EF4-FFF2-40B4-BE49-F238E27FC236}">
                <a16:creationId xmlns:a16="http://schemas.microsoft.com/office/drawing/2014/main" id="{B2881898-3451-9760-0DBC-F6A0C4357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456" y="4005064"/>
            <a:ext cx="3657600" cy="26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 descr="Output image">
            <a:extLst>
              <a:ext uri="{FF2B5EF4-FFF2-40B4-BE49-F238E27FC236}">
                <a16:creationId xmlns:a16="http://schemas.microsoft.com/office/drawing/2014/main" id="{1C130527-0046-9C53-CB8C-481F42FC6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3933056"/>
            <a:ext cx="3657600" cy="261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8370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5E0C9-069E-0FE8-0684-ADE23266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C8B3E-25A3-7D72-AFFD-618E8405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800">
                <a:latin typeface="Calibri" panose="020F0502020204030204" pitchFamily="34" charset="0"/>
                <a:cs typeface="Calibri" panose="020F0502020204030204" pitchFamily="34" charset="0"/>
              </a:rPr>
              <a:t>Necesidad de regularizadores: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Las CNNs suelen tener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millones de parámetros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Con suficientes épocas de entrenamiento, el modelo puede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memorizar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el conjunto de entrenamiento, lo que se denomina sobreajuste (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La regularización introduce restricciones o penalizaciones que ayudan a: 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Evitar el sobreajuste.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Mejorar la capacidad de generalización.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Estabilizar el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4263041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AD1-08E5-6211-932D-E8D8ACA4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6C5C4-649C-1399-00BB-0546B096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9E5EFD-798A-C356-AF70-D9065D73D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Tipos de Regularización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Penalización sobre los pesos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1314450" lvl="2" indent="-457200"/>
                <a:r>
                  <a:rPr lang="en-US" b="1">
                    <a:latin typeface="Calibri" panose="020F0502020204030204" pitchFamily="34" charset="0"/>
                    <a:cs typeface="Calibri" panose="020F0502020204030204" pitchFamily="34" charset="0"/>
                  </a:rPr>
                  <a:t>L2 Regularization</a:t>
                </a:r>
                <a:r>
                  <a:rPr lang="en-US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Se agrega un término proporcional a la norma L2 de los pesos:</a:t>
                </a: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𝑡𝑜𝑡𝑎𝑙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𝑑𝑎𝑡𝑎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00150" lvl="2" indent="-3429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Efecto: tiende a mantener los pesos pequeños y con una distribución mas uniforme.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69E5EFD-798A-C356-AF70-D9065D73D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 r="-35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982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5A52-BCD0-1C82-A3AE-B7C28E52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A9184-6782-F97F-EB95-8C8E9C1F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AAC5A3E-F59A-7292-4431-FAF6ACBB6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Tipos de Regularización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Penalización sobre los pesos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1314450" lvl="2" indent="-457200"/>
                <a:r>
                  <a:rPr lang="en-US" b="1">
                    <a:latin typeface="Calibri" panose="020F0502020204030204" pitchFamily="34" charset="0"/>
                    <a:cs typeface="Calibri" panose="020F0502020204030204" pitchFamily="34" charset="0"/>
                  </a:rPr>
                  <a:t>L1 Regularization</a:t>
                </a:r>
                <a:r>
                  <a:rPr lang="en-US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Igual al anterior, pero el término agregado es respecto a la norma L1 de los pesos:</a:t>
                </a: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𝑡𝑜𝑡𝑎𝑙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ℒ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𝑑𝑎𝑡𝑎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200150" lvl="2" indent="-3429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Efecto: fuerza muchos pesos a ser exactamente 0 → sparsity (escasés).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AAC5A3E-F59A-7292-4431-FAF6ACBB6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405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8ABC0-BD66-EBEF-E5A5-323C529F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56518-9242-130F-80E1-5A297536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0284C9-791C-4305-FA74-A79FA6026A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Tipos de Regularización </a:t>
                </a:r>
              </a:p>
              <a:p>
                <a:pPr marL="914400" lvl="1" indent="-457200">
                  <a:buFont typeface="+mj-lt"/>
                  <a:buAutoNum type="alphaLcParenR" startAt="2"/>
                </a:pP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Dropout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Durante el entrenamiento se apaga aleatoriamente un subconjunto de neuronas con probabilidad 𝑝.</a:t>
                </a: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En inferencia se usan todas pero con los pesos escalados.</a:t>
                </a: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Fórmula (forward en entrenamiento):</a:t>
                </a: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s-MX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∗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</m:sub>
                      </m:sSub>
                      <m:r>
                        <a:rPr lang="es-MX" b="0" i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                    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~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𝐵𝑒𝑟𝑛𝑜𝑢𝑙𝑙𝑖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Efecto: evita la co-adaptación de neuronas. 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E0284C9-791C-4305-FA74-A79FA6026A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 r="-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2136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9C77-90CB-6BD3-2070-DF84BB8D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2FE0A-625D-3A04-985A-0F8D715A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5EABA9-D560-A833-AC4B-E3EC89D19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Tipos de Regularización </a:t>
                </a:r>
              </a:p>
              <a:p>
                <a:pPr marL="914400" lvl="1" indent="-457200">
                  <a:buFont typeface="+mj-lt"/>
                  <a:buAutoNum type="alphaLcParenR" startAt="3"/>
                </a:pPr>
                <a:r>
                  <a:rPr lang="es-MX" b="1">
                    <a:latin typeface="Calibri" panose="020F0502020204030204" pitchFamily="34" charset="0"/>
                    <a:cs typeface="Calibri" panose="020F0502020204030204" pitchFamily="34" charset="0"/>
                  </a:rPr>
                  <a:t>Batch Normalization</a:t>
                </a:r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Normaliza la activación de cada batch a media 0 y varianza 1:</a:t>
                </a: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acc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radPr>
                            <m:deg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deg>
                            <m:e>
                              <m:sSubSup>
                                <m:sSub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2" indent="0">
                  <a:buNone/>
                </a:pPr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𝛾</m:t>
                      </m:r>
                      <m:acc>
                        <m:accPr>
                          <m:chr m:val="̂"/>
                          <m:ctrlPr>
                            <a:rPr lang="es-MX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s-MX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acc>
                      <m:r>
                        <a:rPr lang="es-MX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𝛽</m:t>
                      </m:r>
                    </m:oMath>
                  </m:oMathPara>
                </a14:m>
                <a:endParaRPr lang="es-MX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457200"/>
                <a:r>
                  <a:rPr lang="es-MX">
                    <a:latin typeface="Calibri" panose="020F0502020204030204" pitchFamily="34" charset="0"/>
                    <a:cs typeface="Calibri" panose="020F0502020204030204" pitchFamily="34" charset="0"/>
                  </a:rPr>
                  <a:t>Actúa como regularizador al reducir la dependencia entre capas y permitir tasas de aprendizaje más altas.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5EABA9-D560-A833-AC4B-E3EC89D19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971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4ABD2-F4C2-CFF7-A2BD-0E862B38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641C6-A19D-3415-C670-237E3697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3A4C28-16AD-D040-8D21-A406607F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Tipos de Regularización </a:t>
            </a:r>
          </a:p>
          <a:p>
            <a:pPr marL="914400" lvl="1" indent="-457200">
              <a:buFont typeface="+mj-lt"/>
              <a:buAutoNum type="alphaLcParenR" startAt="4"/>
            </a:pP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Data Augmentation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1314450" lvl="2" indent="-457200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Técnicamente no actúa sobre los parámetros, sino sobre los datos:</a:t>
            </a:r>
          </a:p>
          <a:p>
            <a:pPr marL="1771650" lvl="3" indent="-457200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Rotaciones, flips, zoom, recortes, ruido, cambios de brillo/contraste. </a:t>
            </a:r>
          </a:p>
          <a:p>
            <a:pPr marL="1314450" lvl="2" indent="-457200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Incrementa la diversidad y reduce sobreajuste.</a:t>
            </a:r>
          </a:p>
          <a:p>
            <a:pPr marL="914400" lvl="1" indent="-457200">
              <a:buFont typeface="+mj-lt"/>
              <a:buAutoNum type="alphaLcParenR" startAt="4"/>
            </a:pP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Early Stopping:</a:t>
            </a:r>
          </a:p>
          <a:p>
            <a:pPr marL="1314450" lvl="2" indent="-457200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Detener el entrenamiento cuando la pérdida en validación deja de mejorar. </a:t>
            </a:r>
          </a:p>
          <a:p>
            <a:pPr marL="1314450" lvl="2" indent="-457200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Evita que la red continúe ajustándose al ruido del conjunto de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2474708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7F25-5A37-FC97-A6D2-EFAF9616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8F8A5-57B2-C5F8-7B7B-73232876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CNNs - Regularizadores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8B37A8-0295-AE70-8EDC-715D0839A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Ejemplo: 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3CB019-C33C-2FB0-D615-411FBAD23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1844824"/>
            <a:ext cx="78200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79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6BED8A9-2AA5-BC2B-CE85-D36792D1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Entrenamiento sin y con regularizadores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24E903-01A0-0C7A-0459-34835F3D6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189400"/>
            <a:ext cx="8850873" cy="4314800"/>
          </a:xfrm>
          <a:prstGeom prst="rect">
            <a:avLst/>
          </a:prstGeom>
          <a:noFill/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9DDF54-97F7-BF67-15C2-4213E887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220" y="5373216"/>
            <a:ext cx="55340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47704"/>
      </p:ext>
    </p:extLst>
  </p:cSld>
  <p:clrMapOvr>
    <a:masterClrMapping/>
  </p:clrMapOvr>
</p:sld>
</file>

<file path=ppt/theme/theme1.xml><?xml version="1.0" encoding="utf-8"?>
<a:theme xmlns:a="http://schemas.openxmlformats.org/drawingml/2006/main" name="transp-reco">
  <a:themeElements>
    <a:clrScheme name="">
      <a:dk1>
        <a:srgbClr val="000000"/>
      </a:dk1>
      <a:lt1>
        <a:srgbClr val="FFFFCC"/>
      </a:lt1>
      <a:dk2>
        <a:srgbClr val="000099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transp-r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ransp-re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nsp-rec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Office\Plantillas\transp-reco.pot</Template>
  <TotalTime>18697</TotalTime>
  <Words>3254</Words>
  <Application>Microsoft Office PowerPoint</Application>
  <PresentationFormat>Panorámica</PresentationFormat>
  <Paragraphs>396</Paragraphs>
  <Slides>52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8" baseType="lpstr">
      <vt:lpstr>Arial</vt:lpstr>
      <vt:lpstr>Calibri</vt:lpstr>
      <vt:lpstr>Cambria Math</vt:lpstr>
      <vt:lpstr>Times New Roman</vt:lpstr>
      <vt:lpstr>transp-reco</vt:lpstr>
      <vt:lpstr>Imagen de mapa de bits</vt:lpstr>
      <vt:lpstr>Redes Neuronales Profundas</vt:lpstr>
      <vt:lpstr>Objetivo de la Unidad </vt:lpstr>
      <vt:lpstr>Temario</vt:lpstr>
      <vt:lpstr>Redes Neuronales Convolucionales: Definición y componentes</vt:lpstr>
      <vt:lpstr>Operación de convolución</vt:lpstr>
      <vt:lpstr>Operación de convolución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Redes neuronales convolucionales</vt:lpstr>
      <vt:lpstr>CNNs - Padding</vt:lpstr>
      <vt:lpstr>CNNs - Padding</vt:lpstr>
      <vt:lpstr>CNNs - Padding</vt:lpstr>
      <vt:lpstr>CNNs - Capas de agrupación (Pooling layers)</vt:lpstr>
      <vt:lpstr>CNNs - Capas de agrupación (Pooling layers)</vt:lpstr>
      <vt:lpstr>CNNs - Capas de agrupación (Pooling layers)</vt:lpstr>
      <vt:lpstr>CNNs - Capas de agrupación (Pooling layers)</vt:lpstr>
      <vt:lpstr>Capas densas de una CNN</vt:lpstr>
      <vt:lpstr>Ejemplo de arquitectura CNN</vt:lpstr>
      <vt:lpstr>Arquitectura en forma gráfica</vt:lpstr>
      <vt:lpstr>Capas densas</vt:lpstr>
      <vt:lpstr>CNN – funciones de activación</vt:lpstr>
      <vt:lpstr>Funciones de activación</vt:lpstr>
      <vt:lpstr>Funciones de activación</vt:lpstr>
      <vt:lpstr>Funciones de activación</vt:lpstr>
      <vt:lpstr>Funciones de activación</vt:lpstr>
      <vt:lpstr>CNNs – funciones de pérdida</vt:lpstr>
      <vt:lpstr>CNNs – funciones de pérdida</vt:lpstr>
      <vt:lpstr>Funciones de pérdida más usadas en CNNs</vt:lpstr>
      <vt:lpstr>Funciones de pérdida más usadas en CNNs</vt:lpstr>
      <vt:lpstr>Funciones de pérdida más usadas en CNNs</vt:lpstr>
      <vt:lpstr>CNNs - optimizadores</vt:lpstr>
      <vt:lpstr>Tipos comunes de optimizadores</vt:lpstr>
      <vt:lpstr>Optimizadores</vt:lpstr>
      <vt:lpstr>Optimizadores</vt:lpstr>
      <vt:lpstr>Tipos comunes de optimizadores</vt:lpstr>
      <vt:lpstr>Tipos comunes de optimizadores</vt:lpstr>
      <vt:lpstr>Parámetros de los optimizadores</vt:lpstr>
      <vt:lpstr>Parámetros de los optimizadores</vt:lpstr>
      <vt:lpstr>Parámetros de los optimizadores</vt:lpstr>
      <vt:lpstr>Comparación de los optimizadores</vt:lpstr>
      <vt:lpstr>CNNs - Regularizadores</vt:lpstr>
      <vt:lpstr>CNNs - Regularizadores</vt:lpstr>
      <vt:lpstr>CNNs - Regularizadores</vt:lpstr>
      <vt:lpstr>CNNs - Regularizadores</vt:lpstr>
      <vt:lpstr>CNNs - Regularizadores</vt:lpstr>
      <vt:lpstr>CNNs - Regularizadores</vt:lpstr>
      <vt:lpstr>CNNs - Regularizadores</vt:lpstr>
      <vt:lpstr>Entrenamiento sin y con regularizadores</vt:lpstr>
    </vt:vector>
  </TitlesOfParts>
  <Company>Dpto. Informatica y Sistemas - ULPGC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Instrumentación</dc:title>
  <dc:creator>javier</dc:creator>
  <cp:lastModifiedBy>Autor</cp:lastModifiedBy>
  <cp:revision>421</cp:revision>
  <dcterms:created xsi:type="dcterms:W3CDTF">2001-02-19T09:35:00Z</dcterms:created>
  <dcterms:modified xsi:type="dcterms:W3CDTF">2025-08-20T22:44:50Z</dcterms:modified>
</cp:coreProperties>
</file>